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66" r:id="rId1"/>
  </p:sldMasterIdLst>
  <p:notesMasterIdLst>
    <p:notesMasterId r:id="rId22"/>
  </p:notesMasterIdLst>
  <p:sldIdLst>
    <p:sldId id="256" r:id="rId2"/>
    <p:sldId id="834" r:id="rId3"/>
    <p:sldId id="836" r:id="rId4"/>
    <p:sldId id="835" r:id="rId5"/>
    <p:sldId id="837" r:id="rId6"/>
    <p:sldId id="838" r:id="rId7"/>
    <p:sldId id="839" r:id="rId8"/>
    <p:sldId id="840" r:id="rId9"/>
    <p:sldId id="809" r:id="rId10"/>
    <p:sldId id="811" r:id="rId11"/>
    <p:sldId id="812" r:id="rId12"/>
    <p:sldId id="818" r:id="rId13"/>
    <p:sldId id="819" r:id="rId14"/>
    <p:sldId id="820" r:id="rId15"/>
    <p:sldId id="814" r:id="rId16"/>
    <p:sldId id="815" r:id="rId17"/>
    <p:sldId id="817" r:id="rId18"/>
    <p:sldId id="816" r:id="rId19"/>
    <p:sldId id="810" r:id="rId20"/>
    <p:sldId id="803" r:id="rId21"/>
  </p:sldIdLst>
  <p:sldSz cx="9144000" cy="5143500" type="screen16x9"/>
  <p:notesSz cx="6858000" cy="9144000"/>
  <p:embeddedFontLst>
    <p:embeddedFont>
      <p:font typeface="Consolas" panose="020B0609020204030204" pitchFamily="49" charset="0"/>
      <p:regular r:id="rId23"/>
      <p:bold r:id="rId24"/>
      <p:italic r:id="rId25"/>
      <p:boldItalic r:id="rId26"/>
    </p:embeddedFont>
    <p:embeddedFont>
      <p:font typeface="Helvetica Neue" panose="020B0604020202020204" charset="0"/>
      <p:regular r:id="rId27"/>
      <p:bold r:id="rId28"/>
      <p:italic r:id="rId29"/>
      <p:boldItalic r:id="rId30"/>
    </p:embeddedFont>
    <p:embeddedFont>
      <p:font typeface="Helvetica Neue Light" panose="020B0604020202020204" charset="0"/>
      <p:regular r:id="rId31"/>
      <p:bold r:id="rId32"/>
      <p:italic r:id="rId33"/>
      <p:boldItalic r:id="rId34"/>
    </p:embeddedFont>
    <p:embeddedFont>
      <p:font typeface="Trebuchet MS" panose="020B0603020202020204" pitchFamily="34" charset="0"/>
      <p:regular r:id="rId35"/>
      <p:bold r:id="rId36"/>
      <p:italic r:id="rId37"/>
      <p:boldItalic r:id="rId3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744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0C0C0"/>
    <a:srgbClr val="90C2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95" d="100"/>
          <a:sy n="195" d="100"/>
        </p:scale>
        <p:origin x="124" y="312"/>
      </p:cViewPr>
      <p:guideLst>
        <p:guide orient="horz" pos="2744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font" Target="fonts/font12.fntdata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7.fntdata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font" Target="fonts/font10.fntdata"/><Relationship Id="rId37" Type="http://schemas.openxmlformats.org/officeDocument/2006/relationships/font" Target="fonts/font15.fntdata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36" Type="http://schemas.openxmlformats.org/officeDocument/2006/relationships/font" Target="fonts/font14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35" Type="http://schemas.openxmlformats.org/officeDocument/2006/relationships/font" Target="fonts/font13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openxmlformats.org/officeDocument/2006/relationships/font" Target="fonts/font11.fntdata"/><Relationship Id="rId38" Type="http://schemas.openxmlformats.org/officeDocument/2006/relationships/font" Target="fonts/font1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latin typeface="Avenir"/>
                <a:ea typeface="Avenir"/>
                <a:cs typeface="Avenir"/>
                <a:sym typeface="Avenir"/>
              </a:defRPr>
            </a:lvl1pPr>
            <a:lvl2pPr marL="914400" marR="0" lvl="1" indent="-2286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latin typeface="Avenir"/>
                <a:ea typeface="Avenir"/>
                <a:cs typeface="Avenir"/>
                <a:sym typeface="Avenir"/>
              </a:defRPr>
            </a:lvl2pPr>
            <a:lvl3pPr marL="1371600" marR="0" lvl="2" indent="-2286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latin typeface="Avenir"/>
                <a:ea typeface="Avenir"/>
                <a:cs typeface="Avenir"/>
                <a:sym typeface="Avenir"/>
              </a:defRPr>
            </a:lvl3pPr>
            <a:lvl4pPr marL="1828800" marR="0" lvl="3" indent="-2286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latin typeface="Avenir"/>
                <a:ea typeface="Avenir"/>
                <a:cs typeface="Avenir"/>
                <a:sym typeface="Avenir"/>
              </a:defRPr>
            </a:lvl4pPr>
            <a:lvl5pPr marL="2286000" marR="0" lvl="4" indent="-2286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latin typeface="Avenir"/>
                <a:ea typeface="Avenir"/>
                <a:cs typeface="Avenir"/>
                <a:sym typeface="Avenir"/>
              </a:defRPr>
            </a:lvl5pPr>
            <a:lvl6pPr marL="2743200" marR="0" lvl="5" indent="-2286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latin typeface="Avenir"/>
                <a:ea typeface="Avenir"/>
                <a:cs typeface="Avenir"/>
                <a:sym typeface="Avenir"/>
              </a:defRPr>
            </a:lvl6pPr>
            <a:lvl7pPr marL="3200400" marR="0" lvl="6" indent="-2286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latin typeface="Avenir"/>
                <a:ea typeface="Avenir"/>
                <a:cs typeface="Avenir"/>
                <a:sym typeface="Avenir"/>
              </a:defRPr>
            </a:lvl7pPr>
            <a:lvl8pPr marL="3657600" marR="0" lvl="7" indent="-2286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latin typeface="Avenir"/>
                <a:ea typeface="Avenir"/>
                <a:cs typeface="Avenir"/>
                <a:sym typeface="Avenir"/>
              </a:defRPr>
            </a:lvl8pPr>
            <a:lvl9pPr marL="4114800" marR="0" lvl="8" indent="-2286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41313501d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41313501de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8">
          <a:extLst>
            <a:ext uri="{FF2B5EF4-FFF2-40B4-BE49-F238E27FC236}">
              <a16:creationId xmlns:a16="http://schemas.microsoft.com/office/drawing/2014/main" id="{6C543F07-CE0F-9EE7-0054-2B859AAF6D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2f4e53b8aae_0_20:notes">
            <a:extLst>
              <a:ext uri="{FF2B5EF4-FFF2-40B4-BE49-F238E27FC236}">
                <a16:creationId xmlns:a16="http://schemas.microsoft.com/office/drawing/2014/main" id="{20DFBF02-67EE-F0C7-347B-706E5BC6476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0" name="Google Shape;390;g2f4e53b8aae_0_20:notes">
            <a:extLst>
              <a:ext uri="{FF2B5EF4-FFF2-40B4-BE49-F238E27FC236}">
                <a16:creationId xmlns:a16="http://schemas.microsoft.com/office/drawing/2014/main" id="{8B4BF6EE-8809-A018-0C64-588A4904EA7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691314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8">
          <a:extLst>
            <a:ext uri="{FF2B5EF4-FFF2-40B4-BE49-F238E27FC236}">
              <a16:creationId xmlns:a16="http://schemas.microsoft.com/office/drawing/2014/main" id="{C6154296-22E1-9329-3A99-A388348E17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2f4e53b8aae_0_20:notes">
            <a:extLst>
              <a:ext uri="{FF2B5EF4-FFF2-40B4-BE49-F238E27FC236}">
                <a16:creationId xmlns:a16="http://schemas.microsoft.com/office/drawing/2014/main" id="{0F790F47-68EB-666F-220A-258BBF1CA7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0" name="Google Shape;390;g2f4e53b8aae_0_20:notes">
            <a:extLst>
              <a:ext uri="{FF2B5EF4-FFF2-40B4-BE49-F238E27FC236}">
                <a16:creationId xmlns:a16="http://schemas.microsoft.com/office/drawing/2014/main" id="{614E64B3-6BC7-9A9F-D318-F67B0EFE7FB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686539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8">
          <a:extLst>
            <a:ext uri="{FF2B5EF4-FFF2-40B4-BE49-F238E27FC236}">
              <a16:creationId xmlns:a16="http://schemas.microsoft.com/office/drawing/2014/main" id="{EE6F0D52-F347-DAB2-9BFD-115B4E7F54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2f4e53b8aae_0_20:notes">
            <a:extLst>
              <a:ext uri="{FF2B5EF4-FFF2-40B4-BE49-F238E27FC236}">
                <a16:creationId xmlns:a16="http://schemas.microsoft.com/office/drawing/2014/main" id="{863ABE5B-BC10-292A-59CB-72F76AE1353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0" name="Google Shape;390;g2f4e53b8aae_0_20:notes">
            <a:extLst>
              <a:ext uri="{FF2B5EF4-FFF2-40B4-BE49-F238E27FC236}">
                <a16:creationId xmlns:a16="http://schemas.microsoft.com/office/drawing/2014/main" id="{3DCE65E8-9C2D-C054-C530-623CCCA906A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367052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8">
          <a:extLst>
            <a:ext uri="{FF2B5EF4-FFF2-40B4-BE49-F238E27FC236}">
              <a16:creationId xmlns:a16="http://schemas.microsoft.com/office/drawing/2014/main" id="{1D0006CE-5F62-54F9-738F-BA12B4F9F4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2f4e53b8aae_0_20:notes">
            <a:extLst>
              <a:ext uri="{FF2B5EF4-FFF2-40B4-BE49-F238E27FC236}">
                <a16:creationId xmlns:a16="http://schemas.microsoft.com/office/drawing/2014/main" id="{1CD4051E-FD67-1FDC-35D5-7771C7A8EE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0" name="Google Shape;390;g2f4e53b8aae_0_20:notes">
            <a:extLst>
              <a:ext uri="{FF2B5EF4-FFF2-40B4-BE49-F238E27FC236}">
                <a16:creationId xmlns:a16="http://schemas.microsoft.com/office/drawing/2014/main" id="{9CD5ED3F-EE86-1435-D5F4-3F53EEE7AB5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000597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8">
          <a:extLst>
            <a:ext uri="{FF2B5EF4-FFF2-40B4-BE49-F238E27FC236}">
              <a16:creationId xmlns:a16="http://schemas.microsoft.com/office/drawing/2014/main" id="{32AB4FA8-CD24-87A9-FBEB-31A73E33CF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2f4e53b8aae_0_20:notes">
            <a:extLst>
              <a:ext uri="{FF2B5EF4-FFF2-40B4-BE49-F238E27FC236}">
                <a16:creationId xmlns:a16="http://schemas.microsoft.com/office/drawing/2014/main" id="{14E37C73-06F7-1520-31AB-1F7ADB07502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0" name="Google Shape;390;g2f4e53b8aae_0_20:notes">
            <a:extLst>
              <a:ext uri="{FF2B5EF4-FFF2-40B4-BE49-F238E27FC236}">
                <a16:creationId xmlns:a16="http://schemas.microsoft.com/office/drawing/2014/main" id="{17634B66-3F43-2A55-D8D4-D27DB9CBC68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0398613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8">
          <a:extLst>
            <a:ext uri="{FF2B5EF4-FFF2-40B4-BE49-F238E27FC236}">
              <a16:creationId xmlns:a16="http://schemas.microsoft.com/office/drawing/2014/main" id="{0AB77007-4D8C-D678-2526-1977643E7D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2f4e53b8aae_0_20:notes">
            <a:extLst>
              <a:ext uri="{FF2B5EF4-FFF2-40B4-BE49-F238E27FC236}">
                <a16:creationId xmlns:a16="http://schemas.microsoft.com/office/drawing/2014/main" id="{09E213A6-D989-8EC7-5DBD-74B0C9D669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0" name="Google Shape;390;g2f4e53b8aae_0_20:notes">
            <a:extLst>
              <a:ext uri="{FF2B5EF4-FFF2-40B4-BE49-F238E27FC236}">
                <a16:creationId xmlns:a16="http://schemas.microsoft.com/office/drawing/2014/main" id="{2FAE473F-17E6-4A80-4D5A-3DD237CA03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848593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8">
          <a:extLst>
            <a:ext uri="{FF2B5EF4-FFF2-40B4-BE49-F238E27FC236}">
              <a16:creationId xmlns:a16="http://schemas.microsoft.com/office/drawing/2014/main" id="{AA48635D-4BEB-99F0-88E0-D60D3AF774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2f4e53b8aae_0_20:notes">
            <a:extLst>
              <a:ext uri="{FF2B5EF4-FFF2-40B4-BE49-F238E27FC236}">
                <a16:creationId xmlns:a16="http://schemas.microsoft.com/office/drawing/2014/main" id="{DF6723B8-0828-E791-6721-E29EF26BC4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0" name="Google Shape;390;g2f4e53b8aae_0_20:notes">
            <a:extLst>
              <a:ext uri="{FF2B5EF4-FFF2-40B4-BE49-F238E27FC236}">
                <a16:creationId xmlns:a16="http://schemas.microsoft.com/office/drawing/2014/main" id="{1A73CC61-B763-07DB-1D35-020AFB5230E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1464375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8">
          <a:extLst>
            <a:ext uri="{FF2B5EF4-FFF2-40B4-BE49-F238E27FC236}">
              <a16:creationId xmlns:a16="http://schemas.microsoft.com/office/drawing/2014/main" id="{174662B5-4732-7532-0D7C-61F1A5A299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2f4e53b8aae_0_20:notes">
            <a:extLst>
              <a:ext uri="{FF2B5EF4-FFF2-40B4-BE49-F238E27FC236}">
                <a16:creationId xmlns:a16="http://schemas.microsoft.com/office/drawing/2014/main" id="{F1CD7E32-2F0E-43C2-8F2D-A0D42A2B20C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0" name="Google Shape;390;g2f4e53b8aae_0_20:notes">
            <a:extLst>
              <a:ext uri="{FF2B5EF4-FFF2-40B4-BE49-F238E27FC236}">
                <a16:creationId xmlns:a16="http://schemas.microsoft.com/office/drawing/2014/main" id="{FA2C38C8-C7C5-2145-7C0E-A903C874AA5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5455791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8">
          <a:extLst>
            <a:ext uri="{FF2B5EF4-FFF2-40B4-BE49-F238E27FC236}">
              <a16:creationId xmlns:a16="http://schemas.microsoft.com/office/drawing/2014/main" id="{93653752-2D3C-D193-FE3C-7B14EA3788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2f4e53b8aae_0_20:notes">
            <a:extLst>
              <a:ext uri="{FF2B5EF4-FFF2-40B4-BE49-F238E27FC236}">
                <a16:creationId xmlns:a16="http://schemas.microsoft.com/office/drawing/2014/main" id="{74B67C1F-20D0-9F76-325E-7D1DF16B6A3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0" name="Google Shape;390;g2f4e53b8aae_0_20:notes">
            <a:extLst>
              <a:ext uri="{FF2B5EF4-FFF2-40B4-BE49-F238E27FC236}">
                <a16:creationId xmlns:a16="http://schemas.microsoft.com/office/drawing/2014/main" id="{9B5AFFB9-FCAF-46B1-10B6-7E9DA7C99D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627220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8">
          <a:extLst>
            <a:ext uri="{FF2B5EF4-FFF2-40B4-BE49-F238E27FC236}">
              <a16:creationId xmlns:a16="http://schemas.microsoft.com/office/drawing/2014/main" id="{D55EA12E-759D-375F-47E1-36772394BA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2f4e53b8aae_0_20:notes">
            <a:extLst>
              <a:ext uri="{FF2B5EF4-FFF2-40B4-BE49-F238E27FC236}">
                <a16:creationId xmlns:a16="http://schemas.microsoft.com/office/drawing/2014/main" id="{A7AD8EF8-26EA-C012-0A71-2FE94EFFF2A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0" name="Google Shape;390;g2f4e53b8aae_0_20:notes">
            <a:extLst>
              <a:ext uri="{FF2B5EF4-FFF2-40B4-BE49-F238E27FC236}">
                <a16:creationId xmlns:a16="http://schemas.microsoft.com/office/drawing/2014/main" id="{57B80958-E452-53A6-68A8-95A3D35F5FD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2387429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8">
          <a:extLst>
            <a:ext uri="{FF2B5EF4-FFF2-40B4-BE49-F238E27FC236}">
              <a16:creationId xmlns:a16="http://schemas.microsoft.com/office/drawing/2014/main" id="{136EDFE1-1E3C-C909-4DFD-C470A6CE91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2f4e53b8aae_0_20:notes">
            <a:extLst>
              <a:ext uri="{FF2B5EF4-FFF2-40B4-BE49-F238E27FC236}">
                <a16:creationId xmlns:a16="http://schemas.microsoft.com/office/drawing/2014/main" id="{68E79977-2F06-727C-B3A5-A053E73A1BF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0" name="Google Shape;390;g2f4e53b8aae_0_20:notes">
            <a:extLst>
              <a:ext uri="{FF2B5EF4-FFF2-40B4-BE49-F238E27FC236}">
                <a16:creationId xmlns:a16="http://schemas.microsoft.com/office/drawing/2014/main" id="{BDD0D4B2-3155-B7FC-4602-14FD39E64DD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5646364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8">
          <a:extLst>
            <a:ext uri="{FF2B5EF4-FFF2-40B4-BE49-F238E27FC236}">
              <a16:creationId xmlns:a16="http://schemas.microsoft.com/office/drawing/2014/main" id="{7AF4B246-E1AD-62CB-7EAF-DCED44C719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2f4e53b8aae_0_20:notes">
            <a:extLst>
              <a:ext uri="{FF2B5EF4-FFF2-40B4-BE49-F238E27FC236}">
                <a16:creationId xmlns:a16="http://schemas.microsoft.com/office/drawing/2014/main" id="{4FCF7A78-46FA-9FD0-4803-611B2AE92EE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0" name="Google Shape;390;g2f4e53b8aae_0_20:notes">
            <a:extLst>
              <a:ext uri="{FF2B5EF4-FFF2-40B4-BE49-F238E27FC236}">
                <a16:creationId xmlns:a16="http://schemas.microsoft.com/office/drawing/2014/main" id="{9766BC9B-64C4-DEEA-D620-05B3EDB99A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7268653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8">
          <a:extLst>
            <a:ext uri="{FF2B5EF4-FFF2-40B4-BE49-F238E27FC236}">
              <a16:creationId xmlns:a16="http://schemas.microsoft.com/office/drawing/2014/main" id="{B407996B-8B37-6719-986D-C928CE411A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2f4e53b8aae_0_20:notes">
            <a:extLst>
              <a:ext uri="{FF2B5EF4-FFF2-40B4-BE49-F238E27FC236}">
                <a16:creationId xmlns:a16="http://schemas.microsoft.com/office/drawing/2014/main" id="{48E8BE93-B9E5-5540-08CC-560B927F6CF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0" name="Google Shape;390;g2f4e53b8aae_0_20:notes">
            <a:extLst>
              <a:ext uri="{FF2B5EF4-FFF2-40B4-BE49-F238E27FC236}">
                <a16:creationId xmlns:a16="http://schemas.microsoft.com/office/drawing/2014/main" id="{2DF7846D-C266-919C-36E2-681C08E6BD7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4265770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8">
          <a:extLst>
            <a:ext uri="{FF2B5EF4-FFF2-40B4-BE49-F238E27FC236}">
              <a16:creationId xmlns:a16="http://schemas.microsoft.com/office/drawing/2014/main" id="{55273DE0-17BB-FC3D-17B3-4AF8CCA3AA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2f4e53b8aae_0_20:notes">
            <a:extLst>
              <a:ext uri="{FF2B5EF4-FFF2-40B4-BE49-F238E27FC236}">
                <a16:creationId xmlns:a16="http://schemas.microsoft.com/office/drawing/2014/main" id="{2AF072A6-8CED-55C5-780B-42C4181295B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0" name="Google Shape;390;g2f4e53b8aae_0_20:notes">
            <a:extLst>
              <a:ext uri="{FF2B5EF4-FFF2-40B4-BE49-F238E27FC236}">
                <a16:creationId xmlns:a16="http://schemas.microsoft.com/office/drawing/2014/main" id="{836C28E7-0451-104A-1C63-E193FA5A923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5457305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8">
          <a:extLst>
            <a:ext uri="{FF2B5EF4-FFF2-40B4-BE49-F238E27FC236}">
              <a16:creationId xmlns:a16="http://schemas.microsoft.com/office/drawing/2014/main" id="{6CB62717-50B0-103F-2B0D-BF9D6BA49B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2f4e53b8aae_0_20:notes">
            <a:extLst>
              <a:ext uri="{FF2B5EF4-FFF2-40B4-BE49-F238E27FC236}">
                <a16:creationId xmlns:a16="http://schemas.microsoft.com/office/drawing/2014/main" id="{42F8A69F-DB4F-A1F9-3740-9C53C9F571B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0" name="Google Shape;390;g2f4e53b8aae_0_20:notes">
            <a:extLst>
              <a:ext uri="{FF2B5EF4-FFF2-40B4-BE49-F238E27FC236}">
                <a16:creationId xmlns:a16="http://schemas.microsoft.com/office/drawing/2014/main" id="{18385F9A-8F3E-3791-6BB6-BDD41D567FB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1610746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8">
          <a:extLst>
            <a:ext uri="{FF2B5EF4-FFF2-40B4-BE49-F238E27FC236}">
              <a16:creationId xmlns:a16="http://schemas.microsoft.com/office/drawing/2014/main" id="{34C9F527-F58F-39FD-8AA9-58F5275CC3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2f4e53b8aae_0_20:notes">
            <a:extLst>
              <a:ext uri="{FF2B5EF4-FFF2-40B4-BE49-F238E27FC236}">
                <a16:creationId xmlns:a16="http://schemas.microsoft.com/office/drawing/2014/main" id="{C5AB9A86-DC9E-20B1-1596-DD626660436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0" name="Google Shape;390;g2f4e53b8aae_0_20:notes">
            <a:extLst>
              <a:ext uri="{FF2B5EF4-FFF2-40B4-BE49-F238E27FC236}">
                <a16:creationId xmlns:a16="http://schemas.microsoft.com/office/drawing/2014/main" id="{A4D90D54-36E6-FFE4-18D9-F178C87A218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8116741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8">
          <a:extLst>
            <a:ext uri="{FF2B5EF4-FFF2-40B4-BE49-F238E27FC236}">
              <a16:creationId xmlns:a16="http://schemas.microsoft.com/office/drawing/2014/main" id="{87157FA7-F6A8-5545-D16C-E001CF47E3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2f4e53b8aae_0_20:notes">
            <a:extLst>
              <a:ext uri="{FF2B5EF4-FFF2-40B4-BE49-F238E27FC236}">
                <a16:creationId xmlns:a16="http://schemas.microsoft.com/office/drawing/2014/main" id="{AD089ED3-AB9B-C978-F5FD-A96D086FE60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0" name="Google Shape;390;g2f4e53b8aae_0_20:notes">
            <a:extLst>
              <a:ext uri="{FF2B5EF4-FFF2-40B4-BE49-F238E27FC236}">
                <a16:creationId xmlns:a16="http://schemas.microsoft.com/office/drawing/2014/main" id="{7B64858B-77CC-73B9-F13F-0FB8F5C94F3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0524095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8">
          <a:extLst>
            <a:ext uri="{FF2B5EF4-FFF2-40B4-BE49-F238E27FC236}">
              <a16:creationId xmlns:a16="http://schemas.microsoft.com/office/drawing/2014/main" id="{430476B9-2795-071C-E890-2EDF2C53AF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2f4e53b8aae_0_20:notes">
            <a:extLst>
              <a:ext uri="{FF2B5EF4-FFF2-40B4-BE49-F238E27FC236}">
                <a16:creationId xmlns:a16="http://schemas.microsoft.com/office/drawing/2014/main" id="{8D0D739D-2959-63EF-B869-0C0CED2DBCE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0" name="Google Shape;390;g2f4e53b8aae_0_20:notes">
            <a:extLst>
              <a:ext uri="{FF2B5EF4-FFF2-40B4-BE49-F238E27FC236}">
                <a16:creationId xmlns:a16="http://schemas.microsoft.com/office/drawing/2014/main" id="{4503A298-1192-A5DE-0EF5-EAEE2A9D9BC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0980872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>
          <a:extLst>
            <a:ext uri="{FF2B5EF4-FFF2-40B4-BE49-F238E27FC236}">
              <a16:creationId xmlns:a16="http://schemas.microsoft.com/office/drawing/2014/main" id="{8DCF67AD-DF33-E3A5-EF16-3F9DA62AAF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41313501de_0_0:notes">
            <a:extLst>
              <a:ext uri="{FF2B5EF4-FFF2-40B4-BE49-F238E27FC236}">
                <a16:creationId xmlns:a16="http://schemas.microsoft.com/office/drawing/2014/main" id="{9232860F-8301-71AF-5F90-D5F30B9DC24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41313501de_0_0:notes">
            <a:extLst>
              <a:ext uri="{FF2B5EF4-FFF2-40B4-BE49-F238E27FC236}">
                <a16:creationId xmlns:a16="http://schemas.microsoft.com/office/drawing/2014/main" id="{A790ECBC-9BCA-8BC2-314C-A18E9B770F8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805641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oogle Shape;15;p2"/>
          <p:cNvGrpSpPr/>
          <p:nvPr/>
        </p:nvGrpSpPr>
        <p:grpSpPr>
          <a:xfrm>
            <a:off x="-23925" y="-47850"/>
            <a:ext cx="9168025" cy="5194610"/>
            <a:chOff x="-31900" y="-68033"/>
            <a:chExt cx="12224033" cy="6926146"/>
          </a:xfrm>
        </p:grpSpPr>
        <p:cxnSp>
          <p:nvCxnSpPr>
            <p:cNvPr id="16" name="Google Shape;16;p2"/>
            <p:cNvCxnSpPr/>
            <p:nvPr/>
          </p:nvCxnSpPr>
          <p:spPr>
            <a:xfrm>
              <a:off x="9371012" y="0"/>
              <a:ext cx="1219200" cy="6858000"/>
            </a:xfrm>
            <a:prstGeom prst="straightConnector1">
              <a:avLst/>
            </a:prstGeom>
            <a:noFill/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7" name="Google Shape;17;p2"/>
            <p:cNvCxnSpPr/>
            <p:nvPr/>
          </p:nvCxnSpPr>
          <p:spPr>
            <a:xfrm flipH="1">
              <a:off x="7425125" y="3681413"/>
              <a:ext cx="4763700" cy="3176700"/>
            </a:xfrm>
            <a:prstGeom prst="straightConnector1">
              <a:avLst/>
            </a:prstGeom>
            <a:noFill/>
            <a:ln w="9525" cap="flat" cmpd="sng">
              <a:solidFill>
                <a:srgbClr val="D8D8D8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8" name="Google Shape;18;p2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 extrusionOk="0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29803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9603442" y="-8467"/>
              <a:ext cx="258617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 extrusionOk="0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8932333" y="3048000"/>
              <a:ext cx="3259800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1764"/>
              </a:schemeClr>
            </a:solidFill>
            <a:ln>
              <a:noFill/>
            </a:ln>
          </p:spPr>
          <p:txBody>
            <a:bodyPr spcFirstLastPara="1" wrap="square" lIns="69850" tIns="69850" rIns="69850" bIns="698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9334500" y="-8467"/>
              <a:ext cx="2850868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 extrusionOk="0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F7818">
                <a:alpha val="69803"/>
              </a:srgb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10898730" y="-8467"/>
              <a:ext cx="1290094" cy="6858000"/>
            </a:xfrm>
            <a:custGeom>
              <a:avLst/>
              <a:gdLst/>
              <a:ahLst/>
              <a:cxnLst/>
              <a:rect l="l" t="t" r="r" b="b"/>
              <a:pathLst>
                <a:path w="1290094" h="6858000" extrusionOk="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rgbClr val="BFE471">
                <a:alpha val="69803"/>
              </a:srgb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10938999" y="-8467"/>
              <a:ext cx="1249825" cy="6858000"/>
            </a:xfrm>
            <a:custGeom>
              <a:avLst/>
              <a:gdLst/>
              <a:ahLst/>
              <a:cxnLst/>
              <a:rect l="l" t="t" r="r" b="b"/>
              <a:pathLst>
                <a:path w="1249825" h="6858000" extrusionOk="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4705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10371666" y="3589867"/>
              <a:ext cx="1817100" cy="32682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</p:spPr>
          <p:txBody>
            <a:bodyPr spcFirstLastPara="1" wrap="square" lIns="69850" tIns="69850" rIns="69850" bIns="698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 rot="10800000">
              <a:off x="-31900" y="-68033"/>
              <a:ext cx="874500" cy="57342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4705"/>
              </a:schemeClr>
            </a:solidFill>
            <a:ln>
              <a:noFill/>
            </a:ln>
          </p:spPr>
          <p:txBody>
            <a:bodyPr spcFirstLastPara="1" wrap="square" lIns="69850" tIns="69850" rIns="69850" bIns="698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" name="Google Shape;26;p2"/>
          <p:cNvSpPr txBox="1">
            <a:spLocks noGrp="1"/>
          </p:cNvSpPr>
          <p:nvPr>
            <p:ph type="ctrTitle"/>
          </p:nvPr>
        </p:nvSpPr>
        <p:spPr>
          <a:xfrm>
            <a:off x="587150" y="1340625"/>
            <a:ext cx="6447300" cy="123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850" tIns="34925" rIns="69850" bIns="3492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Trebuchet MS"/>
              <a:buNone/>
              <a:defRPr sz="4200">
                <a:solidFill>
                  <a:schemeClr val="accen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"/>
          <p:cNvSpPr txBox="1">
            <a:spLocks noGrp="1"/>
          </p:cNvSpPr>
          <p:nvPr>
            <p:ph type="subTitle" idx="1"/>
          </p:nvPr>
        </p:nvSpPr>
        <p:spPr>
          <a:xfrm>
            <a:off x="1209350" y="2623200"/>
            <a:ext cx="5825100" cy="82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850" tIns="34925" rIns="69850" bIns="34925" anchor="t" anchorCtr="0">
            <a:normAutofit/>
          </a:bodyPr>
          <a:lstStyle>
            <a:lvl1pPr lvl="0" algn="r">
              <a:spcBef>
                <a:spcPts val="800"/>
              </a:spcBef>
              <a:spcAft>
                <a:spcPts val="0"/>
              </a:spcAft>
              <a:buSzPts val="1100"/>
              <a:buNone/>
              <a:defRPr>
                <a:solidFill>
                  <a:srgbClr val="7F7F7F"/>
                </a:solidFill>
              </a:defRPr>
            </a:lvl1pPr>
            <a:lvl2pPr lvl="1" algn="ctr">
              <a:spcBef>
                <a:spcPts val="800"/>
              </a:spcBef>
              <a:spcAft>
                <a:spcPts val="0"/>
              </a:spcAft>
              <a:buSzPts val="10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800"/>
              </a:spcBef>
              <a:spcAft>
                <a:spcPts val="0"/>
              </a:spcAft>
              <a:buSzPts val="8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800"/>
              </a:spcBef>
              <a:spcAft>
                <a:spcPts val="0"/>
              </a:spcAft>
              <a:buSzPts val="7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800"/>
              </a:spcBef>
              <a:spcAft>
                <a:spcPts val="0"/>
              </a:spcAft>
              <a:buSzPts val="7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800"/>
              </a:spcBef>
              <a:spcAft>
                <a:spcPts val="0"/>
              </a:spcAft>
              <a:buSzPts val="7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800"/>
              </a:spcBef>
              <a:spcAft>
                <a:spcPts val="0"/>
              </a:spcAft>
              <a:buSzPts val="7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800"/>
              </a:spcBef>
              <a:spcAft>
                <a:spcPts val="0"/>
              </a:spcAft>
              <a:buSzPts val="7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800"/>
              </a:spcBef>
              <a:spcAft>
                <a:spcPts val="0"/>
              </a:spcAft>
              <a:buSzPts val="7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2"/>
          <p:cNvSpPr txBox="1">
            <a:spLocks noGrp="1"/>
          </p:cNvSpPr>
          <p:nvPr>
            <p:ph type="dt" idx="10"/>
          </p:nvPr>
        </p:nvSpPr>
        <p:spPr>
          <a:xfrm>
            <a:off x="5403850" y="4531022"/>
            <a:ext cx="6840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850" tIns="34925" rIns="69850" bIns="3492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2"/>
          <p:cNvSpPr txBox="1">
            <a:spLocks noGrp="1"/>
          </p:cNvSpPr>
          <p:nvPr>
            <p:ph type="ftr" idx="11"/>
          </p:nvPr>
        </p:nvSpPr>
        <p:spPr>
          <a:xfrm>
            <a:off x="508000" y="4531022"/>
            <a:ext cx="47232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850" tIns="34925" rIns="69850" bIns="3492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2"/>
          <p:cNvSpPr txBox="1">
            <a:spLocks noGrp="1"/>
          </p:cNvSpPr>
          <p:nvPr>
            <p:ph type="sldNum" idx="12"/>
          </p:nvPr>
        </p:nvSpPr>
        <p:spPr>
          <a:xfrm>
            <a:off x="6442997" y="4531022"/>
            <a:ext cx="512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850" tIns="34925" rIns="69850" bIns="3492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1" name="Google Shape;31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36050" y="114676"/>
            <a:ext cx="754087" cy="754087"/>
          </a:xfrm>
          <a:prstGeom prst="rect">
            <a:avLst/>
          </a:prstGeom>
          <a:noFill/>
          <a:ln>
            <a:noFill/>
          </a:ln>
        </p:spPr>
      </p:pic>
      <p:pic>
        <p:nvPicPr>
          <p:cNvPr id="32" name="Google Shape;32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98275" y="0"/>
            <a:ext cx="927132" cy="926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5"/>
          <p:cNvSpPr txBox="1">
            <a:spLocks noGrp="1"/>
          </p:cNvSpPr>
          <p:nvPr>
            <p:ph type="dt" idx="10"/>
          </p:nvPr>
        </p:nvSpPr>
        <p:spPr>
          <a:xfrm>
            <a:off x="5403850" y="4531022"/>
            <a:ext cx="6840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850" tIns="34925" rIns="69850" bIns="3492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5"/>
          <p:cNvSpPr txBox="1">
            <a:spLocks noGrp="1"/>
          </p:cNvSpPr>
          <p:nvPr>
            <p:ph type="ftr" idx="11"/>
          </p:nvPr>
        </p:nvSpPr>
        <p:spPr>
          <a:xfrm>
            <a:off x="508000" y="4531022"/>
            <a:ext cx="47232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850" tIns="34925" rIns="69850" bIns="3492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5"/>
          <p:cNvSpPr txBox="1">
            <a:spLocks noGrp="1"/>
          </p:cNvSpPr>
          <p:nvPr>
            <p:ph type="sldNum" idx="12"/>
          </p:nvPr>
        </p:nvSpPr>
        <p:spPr>
          <a:xfrm>
            <a:off x="6442997" y="4531022"/>
            <a:ext cx="512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850" tIns="34925" rIns="69850" bIns="3492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6"/>
          <p:cNvSpPr txBox="1">
            <a:spLocks noGrp="1"/>
          </p:cNvSpPr>
          <p:nvPr>
            <p:ph type="title"/>
          </p:nvPr>
        </p:nvSpPr>
        <p:spPr>
          <a:xfrm>
            <a:off x="1208550" y="158575"/>
            <a:ext cx="64476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850" tIns="34925" rIns="69850" bIns="34925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6"/>
          <p:cNvSpPr txBox="1">
            <a:spLocks noGrp="1"/>
          </p:cNvSpPr>
          <p:nvPr>
            <p:ph type="body" idx="1"/>
          </p:nvPr>
        </p:nvSpPr>
        <p:spPr>
          <a:xfrm>
            <a:off x="508000" y="1620442"/>
            <a:ext cx="3138000" cy="291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850" tIns="34925" rIns="69850" bIns="34925" anchor="t" anchorCtr="0">
            <a:normAutofit/>
          </a:bodyPr>
          <a:lstStyle>
            <a:lvl1pPr marL="457200" lvl="0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1pPr>
            <a:lvl2pPr marL="914400" lvl="1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2pPr>
            <a:lvl3pPr marL="1371600" lvl="2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3pPr>
            <a:lvl4pPr marL="1828800" lvl="3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4pPr>
            <a:lvl5pPr marL="2286000" lvl="4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5pPr>
            <a:lvl6pPr marL="2743200" lvl="5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6pPr>
            <a:lvl7pPr marL="3200400" lvl="6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7pPr>
            <a:lvl8pPr marL="3657600" lvl="7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8pPr>
            <a:lvl9pPr marL="4114800" lvl="8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9pPr>
          </a:lstStyle>
          <a:p>
            <a:endParaRPr/>
          </a:p>
        </p:txBody>
      </p:sp>
      <p:sp>
        <p:nvSpPr>
          <p:cNvPr id="52" name="Google Shape;52;p6"/>
          <p:cNvSpPr txBox="1">
            <a:spLocks noGrp="1"/>
          </p:cNvSpPr>
          <p:nvPr>
            <p:ph type="body" idx="2"/>
          </p:nvPr>
        </p:nvSpPr>
        <p:spPr>
          <a:xfrm>
            <a:off x="3817477" y="1620442"/>
            <a:ext cx="3138000" cy="291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850" tIns="34925" rIns="69850" bIns="34925" anchor="t" anchorCtr="0">
            <a:normAutofit/>
          </a:bodyPr>
          <a:lstStyle>
            <a:lvl1pPr marL="457200" lvl="0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1pPr>
            <a:lvl2pPr marL="914400" lvl="1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2pPr>
            <a:lvl3pPr marL="1371600" lvl="2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3pPr>
            <a:lvl4pPr marL="1828800" lvl="3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4pPr>
            <a:lvl5pPr marL="2286000" lvl="4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5pPr>
            <a:lvl6pPr marL="2743200" lvl="5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6pPr>
            <a:lvl7pPr marL="3200400" lvl="6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7pPr>
            <a:lvl8pPr marL="3657600" lvl="7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8pPr>
            <a:lvl9pPr marL="4114800" lvl="8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9pPr>
          </a:lstStyle>
          <a:p>
            <a:endParaRPr/>
          </a:p>
        </p:txBody>
      </p:sp>
      <p:sp>
        <p:nvSpPr>
          <p:cNvPr id="53" name="Google Shape;53;p6"/>
          <p:cNvSpPr txBox="1">
            <a:spLocks noGrp="1"/>
          </p:cNvSpPr>
          <p:nvPr>
            <p:ph type="dt" idx="10"/>
          </p:nvPr>
        </p:nvSpPr>
        <p:spPr>
          <a:xfrm>
            <a:off x="5403850" y="4531022"/>
            <a:ext cx="6840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850" tIns="34925" rIns="69850" bIns="3492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6"/>
          <p:cNvSpPr txBox="1">
            <a:spLocks noGrp="1"/>
          </p:cNvSpPr>
          <p:nvPr>
            <p:ph type="ftr" idx="11"/>
          </p:nvPr>
        </p:nvSpPr>
        <p:spPr>
          <a:xfrm>
            <a:off x="508000" y="4531022"/>
            <a:ext cx="47232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850" tIns="34925" rIns="69850" bIns="3492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6"/>
          <p:cNvSpPr txBox="1">
            <a:spLocks noGrp="1"/>
          </p:cNvSpPr>
          <p:nvPr>
            <p:ph type="sldNum" idx="12"/>
          </p:nvPr>
        </p:nvSpPr>
        <p:spPr>
          <a:xfrm>
            <a:off x="6442997" y="4531022"/>
            <a:ext cx="512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850" tIns="34925" rIns="69850" bIns="3492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7"/>
          <p:cNvSpPr txBox="1">
            <a:spLocks noGrp="1"/>
          </p:cNvSpPr>
          <p:nvPr>
            <p:ph type="title"/>
          </p:nvPr>
        </p:nvSpPr>
        <p:spPr>
          <a:xfrm>
            <a:off x="1208550" y="158575"/>
            <a:ext cx="64476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850" tIns="34925" rIns="69850" bIns="34925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Trebuchet MS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7"/>
          <p:cNvSpPr txBox="1">
            <a:spLocks noGrp="1"/>
          </p:cNvSpPr>
          <p:nvPr>
            <p:ph type="body" idx="1"/>
          </p:nvPr>
        </p:nvSpPr>
        <p:spPr>
          <a:xfrm>
            <a:off x="506809" y="1620737"/>
            <a:ext cx="3139200" cy="43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850" tIns="34925" rIns="69850" bIns="34925" anchor="b" anchorCtr="0">
            <a:noAutofit/>
          </a:bodyPr>
          <a:lstStyle>
            <a:lvl1pPr marL="457200" lvl="0" indent="-228600" algn="l">
              <a:spcBef>
                <a:spcPts val="800"/>
              </a:spcBef>
              <a:spcAft>
                <a:spcPts val="0"/>
              </a:spcAft>
              <a:buSzPts val="1400"/>
              <a:buNone/>
              <a:defRPr sz="1800" b="0"/>
            </a:lvl1pPr>
            <a:lvl2pPr marL="914400" lvl="1" indent="-228600" algn="l">
              <a:spcBef>
                <a:spcPts val="800"/>
              </a:spcBef>
              <a:spcAft>
                <a:spcPts val="0"/>
              </a:spcAft>
              <a:buSzPts val="1200"/>
              <a:buNone/>
              <a:defRPr sz="1500" b="1"/>
            </a:lvl2pPr>
            <a:lvl3pPr marL="1371600" lvl="2" indent="-228600" algn="l">
              <a:spcBef>
                <a:spcPts val="800"/>
              </a:spcBef>
              <a:spcAft>
                <a:spcPts val="0"/>
              </a:spcAft>
              <a:buSzPts val="1100"/>
              <a:buNone/>
              <a:defRPr sz="1400" b="1"/>
            </a:lvl3pPr>
            <a:lvl4pPr marL="1828800" lvl="3" indent="-228600" algn="l">
              <a:spcBef>
                <a:spcPts val="800"/>
              </a:spcBef>
              <a:spcAft>
                <a:spcPts val="0"/>
              </a:spcAft>
              <a:buSzPts val="1000"/>
              <a:buNone/>
              <a:defRPr sz="1200" b="1"/>
            </a:lvl4pPr>
            <a:lvl5pPr marL="2286000" lvl="4" indent="-228600" algn="l">
              <a:spcBef>
                <a:spcPts val="800"/>
              </a:spcBef>
              <a:spcAft>
                <a:spcPts val="0"/>
              </a:spcAft>
              <a:buSzPts val="1000"/>
              <a:buNone/>
              <a:defRPr sz="1200" b="1"/>
            </a:lvl5pPr>
            <a:lvl6pPr marL="2743200" lvl="5" indent="-228600" algn="l">
              <a:spcBef>
                <a:spcPts val="800"/>
              </a:spcBef>
              <a:spcAft>
                <a:spcPts val="0"/>
              </a:spcAft>
              <a:buSzPts val="1000"/>
              <a:buNone/>
              <a:defRPr sz="1200" b="1"/>
            </a:lvl6pPr>
            <a:lvl7pPr marL="3200400" lvl="6" indent="-228600" algn="l">
              <a:spcBef>
                <a:spcPts val="800"/>
              </a:spcBef>
              <a:spcAft>
                <a:spcPts val="0"/>
              </a:spcAft>
              <a:buSzPts val="1000"/>
              <a:buNone/>
              <a:defRPr sz="1200" b="1"/>
            </a:lvl7pPr>
            <a:lvl8pPr marL="3657600" lvl="7" indent="-228600" algn="l">
              <a:spcBef>
                <a:spcPts val="800"/>
              </a:spcBef>
              <a:spcAft>
                <a:spcPts val="0"/>
              </a:spcAft>
              <a:buSzPts val="1000"/>
              <a:buNone/>
              <a:defRPr sz="1200" b="1"/>
            </a:lvl8pPr>
            <a:lvl9pPr marL="4114800" lvl="8" indent="-228600" algn="l">
              <a:spcBef>
                <a:spcPts val="800"/>
              </a:spcBef>
              <a:spcAft>
                <a:spcPts val="0"/>
              </a:spcAft>
              <a:buSzPts val="1000"/>
              <a:buNone/>
              <a:defRPr sz="1200" b="1"/>
            </a:lvl9pPr>
          </a:lstStyle>
          <a:p>
            <a:endParaRPr/>
          </a:p>
        </p:txBody>
      </p:sp>
      <p:sp>
        <p:nvSpPr>
          <p:cNvPr id="59" name="Google Shape;59;p7"/>
          <p:cNvSpPr txBox="1">
            <a:spLocks noGrp="1"/>
          </p:cNvSpPr>
          <p:nvPr>
            <p:ph type="body" idx="2"/>
          </p:nvPr>
        </p:nvSpPr>
        <p:spPr>
          <a:xfrm>
            <a:off x="506809" y="2052934"/>
            <a:ext cx="3139200" cy="247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850" tIns="34925" rIns="69850" bIns="34925" anchor="t" anchorCtr="0">
            <a:normAutofit/>
          </a:bodyPr>
          <a:lstStyle>
            <a:lvl1pPr marL="457200" lvl="0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1pPr>
            <a:lvl2pPr marL="914400" lvl="1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2pPr>
            <a:lvl3pPr marL="1371600" lvl="2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3pPr>
            <a:lvl4pPr marL="1828800" lvl="3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4pPr>
            <a:lvl5pPr marL="2286000" lvl="4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5pPr>
            <a:lvl6pPr marL="2743200" lvl="5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6pPr>
            <a:lvl7pPr marL="3200400" lvl="6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7pPr>
            <a:lvl8pPr marL="3657600" lvl="7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8pPr>
            <a:lvl9pPr marL="4114800" lvl="8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9pPr>
          </a:lstStyle>
          <a:p>
            <a:endParaRPr/>
          </a:p>
        </p:txBody>
      </p:sp>
      <p:sp>
        <p:nvSpPr>
          <p:cNvPr id="60" name="Google Shape;60;p7"/>
          <p:cNvSpPr txBox="1">
            <a:spLocks noGrp="1"/>
          </p:cNvSpPr>
          <p:nvPr>
            <p:ph type="body" idx="3"/>
          </p:nvPr>
        </p:nvSpPr>
        <p:spPr>
          <a:xfrm>
            <a:off x="3816287" y="1620737"/>
            <a:ext cx="3139200" cy="43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850" tIns="34925" rIns="69850" bIns="34925" anchor="b" anchorCtr="0">
            <a:noAutofit/>
          </a:bodyPr>
          <a:lstStyle>
            <a:lvl1pPr marL="457200" lvl="0" indent="-228600" algn="l">
              <a:spcBef>
                <a:spcPts val="800"/>
              </a:spcBef>
              <a:spcAft>
                <a:spcPts val="0"/>
              </a:spcAft>
              <a:buSzPts val="1400"/>
              <a:buNone/>
              <a:defRPr sz="1800" b="0"/>
            </a:lvl1pPr>
            <a:lvl2pPr marL="914400" lvl="1" indent="-228600" algn="l">
              <a:spcBef>
                <a:spcPts val="800"/>
              </a:spcBef>
              <a:spcAft>
                <a:spcPts val="0"/>
              </a:spcAft>
              <a:buSzPts val="1200"/>
              <a:buNone/>
              <a:defRPr sz="1500" b="1"/>
            </a:lvl2pPr>
            <a:lvl3pPr marL="1371600" lvl="2" indent="-228600" algn="l">
              <a:spcBef>
                <a:spcPts val="800"/>
              </a:spcBef>
              <a:spcAft>
                <a:spcPts val="0"/>
              </a:spcAft>
              <a:buSzPts val="1100"/>
              <a:buNone/>
              <a:defRPr sz="1400" b="1"/>
            </a:lvl3pPr>
            <a:lvl4pPr marL="1828800" lvl="3" indent="-228600" algn="l">
              <a:spcBef>
                <a:spcPts val="800"/>
              </a:spcBef>
              <a:spcAft>
                <a:spcPts val="0"/>
              </a:spcAft>
              <a:buSzPts val="1000"/>
              <a:buNone/>
              <a:defRPr sz="1200" b="1"/>
            </a:lvl4pPr>
            <a:lvl5pPr marL="2286000" lvl="4" indent="-228600" algn="l">
              <a:spcBef>
                <a:spcPts val="800"/>
              </a:spcBef>
              <a:spcAft>
                <a:spcPts val="0"/>
              </a:spcAft>
              <a:buSzPts val="1000"/>
              <a:buNone/>
              <a:defRPr sz="1200" b="1"/>
            </a:lvl5pPr>
            <a:lvl6pPr marL="2743200" lvl="5" indent="-228600" algn="l">
              <a:spcBef>
                <a:spcPts val="800"/>
              </a:spcBef>
              <a:spcAft>
                <a:spcPts val="0"/>
              </a:spcAft>
              <a:buSzPts val="1000"/>
              <a:buNone/>
              <a:defRPr sz="1200" b="1"/>
            </a:lvl6pPr>
            <a:lvl7pPr marL="3200400" lvl="6" indent="-228600" algn="l">
              <a:spcBef>
                <a:spcPts val="800"/>
              </a:spcBef>
              <a:spcAft>
                <a:spcPts val="0"/>
              </a:spcAft>
              <a:buSzPts val="1000"/>
              <a:buNone/>
              <a:defRPr sz="1200" b="1"/>
            </a:lvl7pPr>
            <a:lvl8pPr marL="3657600" lvl="7" indent="-228600" algn="l">
              <a:spcBef>
                <a:spcPts val="800"/>
              </a:spcBef>
              <a:spcAft>
                <a:spcPts val="0"/>
              </a:spcAft>
              <a:buSzPts val="1000"/>
              <a:buNone/>
              <a:defRPr sz="1200" b="1"/>
            </a:lvl8pPr>
            <a:lvl9pPr marL="4114800" lvl="8" indent="-228600" algn="l">
              <a:spcBef>
                <a:spcPts val="800"/>
              </a:spcBef>
              <a:spcAft>
                <a:spcPts val="0"/>
              </a:spcAft>
              <a:buSzPts val="1000"/>
              <a:buNone/>
              <a:defRPr sz="1200" b="1"/>
            </a:lvl9pPr>
          </a:lstStyle>
          <a:p>
            <a:endParaRPr/>
          </a:p>
        </p:txBody>
      </p:sp>
      <p:sp>
        <p:nvSpPr>
          <p:cNvPr id="61" name="Google Shape;61;p7"/>
          <p:cNvSpPr txBox="1">
            <a:spLocks noGrp="1"/>
          </p:cNvSpPr>
          <p:nvPr>
            <p:ph type="body" idx="4"/>
          </p:nvPr>
        </p:nvSpPr>
        <p:spPr>
          <a:xfrm>
            <a:off x="3816288" y="2052934"/>
            <a:ext cx="3139200" cy="247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850" tIns="34925" rIns="69850" bIns="34925" anchor="t" anchorCtr="0">
            <a:normAutofit/>
          </a:bodyPr>
          <a:lstStyle>
            <a:lvl1pPr marL="457200" lvl="0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1pPr>
            <a:lvl2pPr marL="914400" lvl="1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2pPr>
            <a:lvl3pPr marL="1371600" lvl="2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3pPr>
            <a:lvl4pPr marL="1828800" lvl="3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4pPr>
            <a:lvl5pPr marL="2286000" lvl="4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5pPr>
            <a:lvl6pPr marL="2743200" lvl="5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6pPr>
            <a:lvl7pPr marL="3200400" lvl="6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7pPr>
            <a:lvl8pPr marL="3657600" lvl="7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8pPr>
            <a:lvl9pPr marL="4114800" lvl="8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9pPr>
          </a:lstStyle>
          <a:p>
            <a:endParaRPr/>
          </a:p>
        </p:txBody>
      </p:sp>
      <p:sp>
        <p:nvSpPr>
          <p:cNvPr id="62" name="Google Shape;62;p7"/>
          <p:cNvSpPr txBox="1">
            <a:spLocks noGrp="1"/>
          </p:cNvSpPr>
          <p:nvPr>
            <p:ph type="dt" idx="10"/>
          </p:nvPr>
        </p:nvSpPr>
        <p:spPr>
          <a:xfrm>
            <a:off x="5403850" y="4531022"/>
            <a:ext cx="6840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850" tIns="34925" rIns="69850" bIns="3492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7"/>
          <p:cNvSpPr txBox="1">
            <a:spLocks noGrp="1"/>
          </p:cNvSpPr>
          <p:nvPr>
            <p:ph type="ftr" idx="11"/>
          </p:nvPr>
        </p:nvSpPr>
        <p:spPr>
          <a:xfrm>
            <a:off x="508000" y="4531022"/>
            <a:ext cx="47232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850" tIns="34925" rIns="69850" bIns="3492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7"/>
          <p:cNvSpPr txBox="1">
            <a:spLocks noGrp="1"/>
          </p:cNvSpPr>
          <p:nvPr>
            <p:ph type="sldNum" idx="12"/>
          </p:nvPr>
        </p:nvSpPr>
        <p:spPr>
          <a:xfrm>
            <a:off x="6442997" y="4531022"/>
            <a:ext cx="512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850" tIns="34925" rIns="69850" bIns="3492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9"/>
          <p:cNvSpPr txBox="1">
            <a:spLocks noGrp="1"/>
          </p:cNvSpPr>
          <p:nvPr>
            <p:ph type="title"/>
          </p:nvPr>
        </p:nvSpPr>
        <p:spPr>
          <a:xfrm>
            <a:off x="508000" y="1123953"/>
            <a:ext cx="2890800" cy="95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850" tIns="34925" rIns="69850" bIns="34925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Trebuchet MS"/>
              <a:buNone/>
              <a:defRPr sz="15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9"/>
          <p:cNvSpPr txBox="1">
            <a:spLocks noGrp="1"/>
          </p:cNvSpPr>
          <p:nvPr>
            <p:ph type="body" idx="1"/>
          </p:nvPr>
        </p:nvSpPr>
        <p:spPr>
          <a:xfrm>
            <a:off x="3570346" y="386193"/>
            <a:ext cx="3385200" cy="4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850" tIns="34925" rIns="69850" bIns="34925" anchor="t" anchorCtr="0">
            <a:normAutofit/>
          </a:bodyPr>
          <a:lstStyle>
            <a:lvl1pPr marL="457200" lvl="0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1pPr>
            <a:lvl2pPr marL="914400" lvl="1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2pPr>
            <a:lvl3pPr marL="1371600" lvl="2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3pPr>
            <a:lvl4pPr marL="1828800" lvl="3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4pPr>
            <a:lvl5pPr marL="2286000" lvl="4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5pPr>
            <a:lvl6pPr marL="2743200" lvl="5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6pPr>
            <a:lvl7pPr marL="3200400" lvl="6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7pPr>
            <a:lvl8pPr marL="3657600" lvl="7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8pPr>
            <a:lvl9pPr marL="4114800" lvl="8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9pPr>
          </a:lstStyle>
          <a:p>
            <a:endParaRPr/>
          </a:p>
        </p:txBody>
      </p:sp>
      <p:sp>
        <p:nvSpPr>
          <p:cNvPr id="73" name="Google Shape;73;p9"/>
          <p:cNvSpPr txBox="1">
            <a:spLocks noGrp="1"/>
          </p:cNvSpPr>
          <p:nvPr>
            <p:ph type="body" idx="2"/>
          </p:nvPr>
        </p:nvSpPr>
        <p:spPr>
          <a:xfrm>
            <a:off x="508000" y="2082802"/>
            <a:ext cx="2890800" cy="193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850" tIns="34925" rIns="69850" bIns="34925" anchor="t" anchorCtr="0">
            <a:normAutofit/>
          </a:bodyPr>
          <a:lstStyle>
            <a:lvl1pPr marL="457200" lvl="0" indent="-2286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/>
            </a:lvl1pPr>
            <a:lvl2pPr marL="914400" lvl="1" indent="-2286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/>
            </a:lvl2pPr>
            <a:lvl3pPr marL="1371600" lvl="2" indent="-228600" algn="l">
              <a:spcBef>
                <a:spcPts val="800"/>
              </a:spcBef>
              <a:spcAft>
                <a:spcPts val="0"/>
              </a:spcAft>
              <a:buSzPts val="700"/>
              <a:buNone/>
              <a:defRPr sz="900"/>
            </a:lvl3pPr>
            <a:lvl4pPr marL="1828800" lvl="3" indent="-228600" algn="l">
              <a:spcBef>
                <a:spcPts val="800"/>
              </a:spcBef>
              <a:spcAft>
                <a:spcPts val="0"/>
              </a:spcAft>
              <a:buSzPts val="600"/>
              <a:buNone/>
              <a:defRPr sz="800"/>
            </a:lvl4pPr>
            <a:lvl5pPr marL="2286000" lvl="4" indent="-228600" algn="l">
              <a:spcBef>
                <a:spcPts val="800"/>
              </a:spcBef>
              <a:spcAft>
                <a:spcPts val="0"/>
              </a:spcAft>
              <a:buSzPts val="600"/>
              <a:buNone/>
              <a:defRPr sz="800"/>
            </a:lvl5pPr>
            <a:lvl6pPr marL="2743200" lvl="5" indent="-228600" algn="l">
              <a:spcBef>
                <a:spcPts val="800"/>
              </a:spcBef>
              <a:spcAft>
                <a:spcPts val="0"/>
              </a:spcAft>
              <a:buSzPts val="600"/>
              <a:buNone/>
              <a:defRPr sz="800"/>
            </a:lvl6pPr>
            <a:lvl7pPr marL="3200400" lvl="6" indent="-228600" algn="l">
              <a:spcBef>
                <a:spcPts val="800"/>
              </a:spcBef>
              <a:spcAft>
                <a:spcPts val="0"/>
              </a:spcAft>
              <a:buSzPts val="600"/>
              <a:buNone/>
              <a:defRPr sz="800"/>
            </a:lvl7pPr>
            <a:lvl8pPr marL="3657600" lvl="7" indent="-228600" algn="l">
              <a:spcBef>
                <a:spcPts val="800"/>
              </a:spcBef>
              <a:spcAft>
                <a:spcPts val="0"/>
              </a:spcAft>
              <a:buSzPts val="600"/>
              <a:buNone/>
              <a:defRPr sz="800"/>
            </a:lvl8pPr>
            <a:lvl9pPr marL="4114800" lvl="8" indent="-228600" algn="l">
              <a:spcBef>
                <a:spcPts val="800"/>
              </a:spcBef>
              <a:spcAft>
                <a:spcPts val="0"/>
              </a:spcAft>
              <a:buSzPts val="600"/>
              <a:buNone/>
              <a:defRPr sz="800"/>
            </a:lvl9pPr>
          </a:lstStyle>
          <a:p>
            <a:endParaRPr/>
          </a:p>
        </p:txBody>
      </p:sp>
      <p:sp>
        <p:nvSpPr>
          <p:cNvPr id="74" name="Google Shape;74;p9"/>
          <p:cNvSpPr txBox="1">
            <a:spLocks noGrp="1"/>
          </p:cNvSpPr>
          <p:nvPr>
            <p:ph type="dt" idx="10"/>
          </p:nvPr>
        </p:nvSpPr>
        <p:spPr>
          <a:xfrm>
            <a:off x="5403850" y="4531022"/>
            <a:ext cx="6840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850" tIns="34925" rIns="69850" bIns="3492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9"/>
          <p:cNvSpPr txBox="1">
            <a:spLocks noGrp="1"/>
          </p:cNvSpPr>
          <p:nvPr>
            <p:ph type="ftr" idx="11"/>
          </p:nvPr>
        </p:nvSpPr>
        <p:spPr>
          <a:xfrm>
            <a:off x="508000" y="4531022"/>
            <a:ext cx="47232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850" tIns="34925" rIns="69850" bIns="3492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9"/>
          <p:cNvSpPr txBox="1">
            <a:spLocks noGrp="1"/>
          </p:cNvSpPr>
          <p:nvPr>
            <p:ph type="sldNum" idx="12"/>
          </p:nvPr>
        </p:nvSpPr>
        <p:spPr>
          <a:xfrm>
            <a:off x="6442997" y="4531022"/>
            <a:ext cx="512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850" tIns="34925" rIns="69850" bIns="3492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0"/>
          <p:cNvSpPr txBox="1">
            <a:spLocks noGrp="1"/>
          </p:cNvSpPr>
          <p:nvPr>
            <p:ph type="title"/>
          </p:nvPr>
        </p:nvSpPr>
        <p:spPr>
          <a:xfrm>
            <a:off x="508000" y="3600450"/>
            <a:ext cx="6447600" cy="42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850" tIns="34925" rIns="69850" bIns="34925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Trebuchet MS"/>
              <a:buNone/>
              <a:defRPr sz="1800" b="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0"/>
          <p:cNvSpPr>
            <a:spLocks noGrp="1"/>
          </p:cNvSpPr>
          <p:nvPr>
            <p:ph type="pic" idx="2"/>
          </p:nvPr>
        </p:nvSpPr>
        <p:spPr>
          <a:xfrm>
            <a:off x="508000" y="457200"/>
            <a:ext cx="6447600" cy="28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850" tIns="34925" rIns="69850" bIns="34925" anchor="t" anchorCtr="0">
            <a:noAutofit/>
          </a:bodyPr>
          <a:lstStyle>
            <a:lvl1pPr marR="0" lvl="0" algn="ctr" rtl="0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None/>
              <a:defRPr sz="1200" b="0" i="0" u="none" strike="noStrike" cap="non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None/>
              <a:defRPr sz="1200" b="0" i="0" u="none" strike="noStrike" cap="non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R="0" lvl="2" algn="l" rtl="0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None/>
              <a:defRPr sz="1200" b="0" i="0" u="none" strike="noStrike" cap="non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R="0" lvl="3" algn="l" rtl="0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None/>
              <a:defRPr sz="1200" b="0" i="0" u="none" strike="noStrike" cap="non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R="0" lvl="4" algn="l" rtl="0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None/>
              <a:defRPr sz="1200" b="0" i="0" u="none" strike="noStrike" cap="non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R="0" lvl="5" algn="l" rtl="0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None/>
              <a:defRPr sz="1200" b="0" i="0" u="none" strike="noStrike" cap="non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R="0" lvl="6" algn="l" rtl="0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None/>
              <a:defRPr sz="1200" b="0" i="0" u="none" strike="noStrike" cap="non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R="0" lvl="7" algn="l" rtl="0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None/>
              <a:defRPr sz="1200" b="0" i="0" u="none" strike="noStrike" cap="non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R="0" lvl="8" algn="l" rtl="0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None/>
              <a:defRPr sz="1200" b="0" i="0" u="none" strike="noStrike" cap="non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80" name="Google Shape;80;p10"/>
          <p:cNvSpPr txBox="1">
            <a:spLocks noGrp="1"/>
          </p:cNvSpPr>
          <p:nvPr>
            <p:ph type="body" idx="1"/>
          </p:nvPr>
        </p:nvSpPr>
        <p:spPr>
          <a:xfrm>
            <a:off x="508000" y="4025503"/>
            <a:ext cx="6447600" cy="50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850" tIns="34925" rIns="69850" bIns="34925" anchor="t" anchorCtr="0">
            <a:normAutofit/>
          </a:bodyPr>
          <a:lstStyle>
            <a:lvl1pPr marL="457200" lvl="0" indent="-228600" algn="l">
              <a:spcBef>
                <a:spcPts val="800"/>
              </a:spcBef>
              <a:spcAft>
                <a:spcPts val="0"/>
              </a:spcAft>
              <a:buSzPts val="700"/>
              <a:buNone/>
              <a:defRPr sz="900"/>
            </a:lvl1pPr>
            <a:lvl2pPr marL="914400" lvl="1" indent="-228600" algn="l">
              <a:spcBef>
                <a:spcPts val="800"/>
              </a:spcBef>
              <a:spcAft>
                <a:spcPts val="0"/>
              </a:spcAft>
              <a:buSzPts val="700"/>
              <a:buNone/>
              <a:defRPr sz="900"/>
            </a:lvl2pPr>
            <a:lvl3pPr marL="1371600" lvl="2" indent="-228600" algn="l">
              <a:spcBef>
                <a:spcPts val="800"/>
              </a:spcBef>
              <a:spcAft>
                <a:spcPts val="0"/>
              </a:spcAft>
              <a:buSzPts val="600"/>
              <a:buNone/>
              <a:defRPr sz="800"/>
            </a:lvl3pPr>
            <a:lvl4pPr marL="1828800" lvl="3" indent="-228600" algn="l">
              <a:spcBef>
                <a:spcPts val="800"/>
              </a:spcBef>
              <a:spcAft>
                <a:spcPts val="0"/>
              </a:spcAft>
              <a:buSzPts val="500"/>
              <a:buNone/>
              <a:defRPr sz="700"/>
            </a:lvl4pPr>
            <a:lvl5pPr marL="2286000" lvl="4" indent="-228600" algn="l">
              <a:spcBef>
                <a:spcPts val="800"/>
              </a:spcBef>
              <a:spcAft>
                <a:spcPts val="0"/>
              </a:spcAft>
              <a:buSzPts val="500"/>
              <a:buNone/>
              <a:defRPr sz="700"/>
            </a:lvl5pPr>
            <a:lvl6pPr marL="2743200" lvl="5" indent="-228600" algn="l">
              <a:spcBef>
                <a:spcPts val="800"/>
              </a:spcBef>
              <a:spcAft>
                <a:spcPts val="0"/>
              </a:spcAft>
              <a:buSzPts val="500"/>
              <a:buNone/>
              <a:defRPr sz="700"/>
            </a:lvl6pPr>
            <a:lvl7pPr marL="3200400" lvl="6" indent="-228600" algn="l">
              <a:spcBef>
                <a:spcPts val="800"/>
              </a:spcBef>
              <a:spcAft>
                <a:spcPts val="0"/>
              </a:spcAft>
              <a:buSzPts val="500"/>
              <a:buNone/>
              <a:defRPr sz="700"/>
            </a:lvl7pPr>
            <a:lvl8pPr marL="3657600" lvl="7" indent="-228600" algn="l">
              <a:spcBef>
                <a:spcPts val="800"/>
              </a:spcBef>
              <a:spcAft>
                <a:spcPts val="0"/>
              </a:spcAft>
              <a:buSzPts val="500"/>
              <a:buNone/>
              <a:defRPr sz="700"/>
            </a:lvl8pPr>
            <a:lvl9pPr marL="4114800" lvl="8" indent="-228600" algn="l">
              <a:spcBef>
                <a:spcPts val="800"/>
              </a:spcBef>
              <a:spcAft>
                <a:spcPts val="0"/>
              </a:spcAft>
              <a:buSzPts val="500"/>
              <a:buNone/>
              <a:defRPr sz="700"/>
            </a:lvl9pPr>
          </a:lstStyle>
          <a:p>
            <a:endParaRPr/>
          </a:p>
        </p:txBody>
      </p:sp>
      <p:sp>
        <p:nvSpPr>
          <p:cNvPr id="81" name="Google Shape;81;p10"/>
          <p:cNvSpPr txBox="1">
            <a:spLocks noGrp="1"/>
          </p:cNvSpPr>
          <p:nvPr>
            <p:ph type="dt" idx="10"/>
          </p:nvPr>
        </p:nvSpPr>
        <p:spPr>
          <a:xfrm>
            <a:off x="5403850" y="4531022"/>
            <a:ext cx="6840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850" tIns="34925" rIns="69850" bIns="3492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0"/>
          <p:cNvSpPr txBox="1">
            <a:spLocks noGrp="1"/>
          </p:cNvSpPr>
          <p:nvPr>
            <p:ph type="ftr" idx="11"/>
          </p:nvPr>
        </p:nvSpPr>
        <p:spPr>
          <a:xfrm>
            <a:off x="508000" y="4531022"/>
            <a:ext cx="47232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850" tIns="34925" rIns="69850" bIns="3492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0"/>
          <p:cNvSpPr txBox="1">
            <a:spLocks noGrp="1"/>
          </p:cNvSpPr>
          <p:nvPr>
            <p:ph type="sldNum" idx="12"/>
          </p:nvPr>
        </p:nvSpPr>
        <p:spPr>
          <a:xfrm>
            <a:off x="6442997" y="4531022"/>
            <a:ext cx="512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850" tIns="34925" rIns="69850" bIns="3492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aption">
  <p:cSld name="Title and Caption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1"/>
          <p:cNvSpPr txBox="1">
            <a:spLocks noGrp="1"/>
          </p:cNvSpPr>
          <p:nvPr>
            <p:ph type="title"/>
          </p:nvPr>
        </p:nvSpPr>
        <p:spPr>
          <a:xfrm>
            <a:off x="508001" y="457200"/>
            <a:ext cx="6447600" cy="25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850" tIns="34925" rIns="69850" bIns="34925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400"/>
              <a:buFont typeface="Trebuchet MS"/>
              <a:buNone/>
              <a:defRPr sz="3400" b="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1"/>
          <p:cNvSpPr txBox="1">
            <a:spLocks noGrp="1"/>
          </p:cNvSpPr>
          <p:nvPr>
            <p:ph type="body" idx="1"/>
          </p:nvPr>
        </p:nvSpPr>
        <p:spPr>
          <a:xfrm>
            <a:off x="508001" y="3352800"/>
            <a:ext cx="6447600" cy="11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850" tIns="34925" rIns="69850" bIns="34925" anchor="ctr" anchorCtr="0">
            <a:normAutofit/>
          </a:bodyPr>
          <a:lstStyle>
            <a:lvl1pPr marL="457200" lvl="0" indent="-228600" algn="l">
              <a:spcBef>
                <a:spcPts val="800"/>
              </a:spcBef>
              <a:spcAft>
                <a:spcPts val="0"/>
              </a:spcAft>
              <a:buSzPts val="1100"/>
              <a:buNone/>
              <a:defRPr sz="1400">
                <a:solidFill>
                  <a:srgbClr val="3F3F3F"/>
                </a:solidFill>
              </a:defRPr>
            </a:lvl1pPr>
            <a:lvl2pPr marL="914400" lvl="1" indent="-228600" algn="l">
              <a:spcBef>
                <a:spcPts val="800"/>
              </a:spcBef>
              <a:spcAft>
                <a:spcPts val="0"/>
              </a:spcAft>
              <a:buSzPts val="1100"/>
              <a:buNone/>
              <a:defRPr sz="14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800"/>
              </a:spcBef>
              <a:spcAft>
                <a:spcPts val="0"/>
              </a:spcAft>
              <a:buSzPts val="1000"/>
              <a:buNone/>
              <a:defRPr sz="12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87" name="Google Shape;87;p11"/>
          <p:cNvSpPr txBox="1">
            <a:spLocks noGrp="1"/>
          </p:cNvSpPr>
          <p:nvPr>
            <p:ph type="dt" idx="10"/>
          </p:nvPr>
        </p:nvSpPr>
        <p:spPr>
          <a:xfrm>
            <a:off x="5403850" y="4531022"/>
            <a:ext cx="6840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850" tIns="34925" rIns="69850" bIns="3492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1"/>
          <p:cNvSpPr txBox="1">
            <a:spLocks noGrp="1"/>
          </p:cNvSpPr>
          <p:nvPr>
            <p:ph type="ftr" idx="11"/>
          </p:nvPr>
        </p:nvSpPr>
        <p:spPr>
          <a:xfrm>
            <a:off x="508000" y="4531022"/>
            <a:ext cx="47232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850" tIns="34925" rIns="69850" bIns="3492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1"/>
          <p:cNvSpPr txBox="1">
            <a:spLocks noGrp="1"/>
          </p:cNvSpPr>
          <p:nvPr>
            <p:ph type="sldNum" idx="12"/>
          </p:nvPr>
        </p:nvSpPr>
        <p:spPr>
          <a:xfrm>
            <a:off x="6442997" y="4531022"/>
            <a:ext cx="512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850" tIns="34925" rIns="69850" bIns="3492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with Caption">
  <p:cSld name="Quote with Caption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2"/>
          <p:cNvSpPr txBox="1">
            <a:spLocks noGrp="1"/>
          </p:cNvSpPr>
          <p:nvPr>
            <p:ph type="title"/>
          </p:nvPr>
        </p:nvSpPr>
        <p:spPr>
          <a:xfrm>
            <a:off x="698500" y="457200"/>
            <a:ext cx="6070500" cy="22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850" tIns="34925" rIns="69850" bIns="34925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400"/>
              <a:buFont typeface="Trebuchet MS"/>
              <a:buNone/>
              <a:defRPr sz="3400" b="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2"/>
          <p:cNvSpPr txBox="1">
            <a:spLocks noGrp="1"/>
          </p:cNvSpPr>
          <p:nvPr>
            <p:ph type="body" idx="1"/>
          </p:nvPr>
        </p:nvSpPr>
        <p:spPr>
          <a:xfrm>
            <a:off x="1024604" y="2724150"/>
            <a:ext cx="5418300" cy="2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850" tIns="34925" rIns="69850" bIns="34925" anchor="ctr" anchorCtr="0">
            <a:noAutofit/>
          </a:bodyPr>
          <a:lstStyle>
            <a:lvl1pPr marL="457200" lvl="0" indent="-228600" algn="l">
              <a:spcBef>
                <a:spcPts val="800"/>
              </a:spcBef>
              <a:spcAft>
                <a:spcPts val="0"/>
              </a:spcAft>
              <a:buSzPts val="1000"/>
              <a:buFont typeface="Trebuchet MS"/>
              <a:buNone/>
              <a:defRPr sz="1200">
                <a:solidFill>
                  <a:srgbClr val="7F7F7F"/>
                </a:solidFill>
              </a:defRPr>
            </a:lvl1pPr>
            <a:lvl2pPr marL="914400" lvl="1" indent="-228600" algn="l">
              <a:spcBef>
                <a:spcPts val="800"/>
              </a:spcBef>
              <a:spcAft>
                <a:spcPts val="0"/>
              </a:spcAft>
              <a:buSzPts val="1000"/>
              <a:buFont typeface="Trebuchet MS"/>
              <a:buNone/>
              <a:defRPr/>
            </a:lvl2pPr>
            <a:lvl3pPr marL="1371600" lvl="2" indent="-228600" algn="l">
              <a:spcBef>
                <a:spcPts val="800"/>
              </a:spcBef>
              <a:spcAft>
                <a:spcPts val="0"/>
              </a:spcAft>
              <a:buSzPts val="800"/>
              <a:buFont typeface="Trebuchet MS"/>
              <a:buNone/>
              <a:defRPr/>
            </a:lvl3pPr>
            <a:lvl4pPr marL="1828800" lvl="3" indent="-228600" algn="l">
              <a:spcBef>
                <a:spcPts val="800"/>
              </a:spcBef>
              <a:spcAft>
                <a:spcPts val="0"/>
              </a:spcAft>
              <a:buSzPts val="700"/>
              <a:buFont typeface="Trebuchet MS"/>
              <a:buNone/>
              <a:defRPr/>
            </a:lvl4pPr>
            <a:lvl5pPr marL="2286000" lvl="4" indent="-228600" algn="l">
              <a:spcBef>
                <a:spcPts val="800"/>
              </a:spcBef>
              <a:spcAft>
                <a:spcPts val="0"/>
              </a:spcAft>
              <a:buSzPts val="700"/>
              <a:buFont typeface="Trebuchet MS"/>
              <a:buNone/>
              <a:defRPr/>
            </a:lvl5pPr>
            <a:lvl6pPr marL="2743200" lvl="5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6pPr>
            <a:lvl7pPr marL="3200400" lvl="6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7pPr>
            <a:lvl8pPr marL="3657600" lvl="7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8pPr>
            <a:lvl9pPr marL="4114800" lvl="8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9pPr>
          </a:lstStyle>
          <a:p>
            <a:endParaRPr/>
          </a:p>
        </p:txBody>
      </p:sp>
      <p:sp>
        <p:nvSpPr>
          <p:cNvPr id="93" name="Google Shape;93;p12"/>
          <p:cNvSpPr txBox="1">
            <a:spLocks noGrp="1"/>
          </p:cNvSpPr>
          <p:nvPr>
            <p:ph type="body" idx="2"/>
          </p:nvPr>
        </p:nvSpPr>
        <p:spPr>
          <a:xfrm>
            <a:off x="508001" y="3352800"/>
            <a:ext cx="6447600" cy="11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850" tIns="34925" rIns="69850" bIns="34925" anchor="ctr" anchorCtr="0">
            <a:normAutofit/>
          </a:bodyPr>
          <a:lstStyle>
            <a:lvl1pPr marL="457200" lvl="0" indent="-228600" algn="l">
              <a:spcBef>
                <a:spcPts val="800"/>
              </a:spcBef>
              <a:spcAft>
                <a:spcPts val="0"/>
              </a:spcAft>
              <a:buSzPts val="1100"/>
              <a:buNone/>
              <a:defRPr sz="1400">
                <a:solidFill>
                  <a:srgbClr val="3F3F3F"/>
                </a:solidFill>
              </a:defRPr>
            </a:lvl1pPr>
            <a:lvl2pPr marL="914400" lvl="1" indent="-228600" algn="l">
              <a:spcBef>
                <a:spcPts val="800"/>
              </a:spcBef>
              <a:spcAft>
                <a:spcPts val="0"/>
              </a:spcAft>
              <a:buSzPts val="1100"/>
              <a:buNone/>
              <a:defRPr sz="14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800"/>
              </a:spcBef>
              <a:spcAft>
                <a:spcPts val="0"/>
              </a:spcAft>
              <a:buSzPts val="1000"/>
              <a:buNone/>
              <a:defRPr sz="12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94" name="Google Shape;94;p12"/>
          <p:cNvSpPr txBox="1">
            <a:spLocks noGrp="1"/>
          </p:cNvSpPr>
          <p:nvPr>
            <p:ph type="dt" idx="10"/>
          </p:nvPr>
        </p:nvSpPr>
        <p:spPr>
          <a:xfrm>
            <a:off x="5403850" y="4531022"/>
            <a:ext cx="6840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850" tIns="34925" rIns="69850" bIns="3492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12"/>
          <p:cNvSpPr txBox="1">
            <a:spLocks noGrp="1"/>
          </p:cNvSpPr>
          <p:nvPr>
            <p:ph type="ftr" idx="11"/>
          </p:nvPr>
        </p:nvSpPr>
        <p:spPr>
          <a:xfrm>
            <a:off x="508000" y="4531022"/>
            <a:ext cx="47232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850" tIns="34925" rIns="69850" bIns="3492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12"/>
          <p:cNvSpPr txBox="1">
            <a:spLocks noGrp="1"/>
          </p:cNvSpPr>
          <p:nvPr>
            <p:ph type="sldNum" idx="12"/>
          </p:nvPr>
        </p:nvSpPr>
        <p:spPr>
          <a:xfrm>
            <a:off x="6442997" y="4531022"/>
            <a:ext cx="512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850" tIns="34925" rIns="69850" bIns="3492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7" name="Google Shape;97;p12"/>
          <p:cNvSpPr txBox="1"/>
          <p:nvPr/>
        </p:nvSpPr>
        <p:spPr>
          <a:xfrm>
            <a:off x="406403" y="592783"/>
            <a:ext cx="457200" cy="4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850" tIns="34925" rIns="69850" bIns="349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100">
                <a:solidFill>
                  <a:srgbClr val="BFE47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 sz="1100"/>
          </a:p>
        </p:txBody>
      </p:sp>
      <p:sp>
        <p:nvSpPr>
          <p:cNvPr id="98" name="Google Shape;98;p12"/>
          <p:cNvSpPr txBox="1"/>
          <p:nvPr/>
        </p:nvSpPr>
        <p:spPr>
          <a:xfrm>
            <a:off x="6669758" y="2164917"/>
            <a:ext cx="457200" cy="4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850" tIns="34925" rIns="69850" bIns="349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100">
                <a:solidFill>
                  <a:srgbClr val="BFE47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 sz="1400">
              <a:solidFill>
                <a:srgbClr val="BFE47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ame Card">
  <p:cSld name="Name Card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3"/>
          <p:cNvSpPr txBox="1">
            <a:spLocks noGrp="1"/>
          </p:cNvSpPr>
          <p:nvPr>
            <p:ph type="title"/>
          </p:nvPr>
        </p:nvSpPr>
        <p:spPr>
          <a:xfrm>
            <a:off x="508001" y="1448991"/>
            <a:ext cx="6447600" cy="19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850" tIns="34925" rIns="69850" bIns="34925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400"/>
              <a:buFont typeface="Trebuchet MS"/>
              <a:buNone/>
              <a:defRPr sz="3400" b="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13"/>
          <p:cNvSpPr txBox="1">
            <a:spLocks noGrp="1"/>
          </p:cNvSpPr>
          <p:nvPr>
            <p:ph type="body" idx="1"/>
          </p:nvPr>
        </p:nvSpPr>
        <p:spPr>
          <a:xfrm>
            <a:off x="508001" y="3395586"/>
            <a:ext cx="6447600" cy="113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850" tIns="34925" rIns="69850" bIns="34925" anchor="t" anchorCtr="0">
            <a:normAutofit/>
          </a:bodyPr>
          <a:lstStyle>
            <a:lvl1pPr marL="457200" lvl="0" indent="-228600" algn="l">
              <a:spcBef>
                <a:spcPts val="800"/>
              </a:spcBef>
              <a:spcAft>
                <a:spcPts val="0"/>
              </a:spcAft>
              <a:buSzPts val="1100"/>
              <a:buNone/>
              <a:defRPr sz="1400">
                <a:solidFill>
                  <a:srgbClr val="3F3F3F"/>
                </a:solidFill>
              </a:defRPr>
            </a:lvl1pPr>
            <a:lvl2pPr marL="914400" lvl="1" indent="-228600" algn="l">
              <a:spcBef>
                <a:spcPts val="800"/>
              </a:spcBef>
              <a:spcAft>
                <a:spcPts val="0"/>
              </a:spcAft>
              <a:buSzPts val="1100"/>
              <a:buNone/>
              <a:defRPr sz="14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800"/>
              </a:spcBef>
              <a:spcAft>
                <a:spcPts val="0"/>
              </a:spcAft>
              <a:buSzPts val="1000"/>
              <a:buNone/>
              <a:defRPr sz="12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02" name="Google Shape;102;p13"/>
          <p:cNvSpPr txBox="1">
            <a:spLocks noGrp="1"/>
          </p:cNvSpPr>
          <p:nvPr>
            <p:ph type="dt" idx="10"/>
          </p:nvPr>
        </p:nvSpPr>
        <p:spPr>
          <a:xfrm>
            <a:off x="5403850" y="4531022"/>
            <a:ext cx="6840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850" tIns="34925" rIns="69850" bIns="3492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13"/>
          <p:cNvSpPr txBox="1">
            <a:spLocks noGrp="1"/>
          </p:cNvSpPr>
          <p:nvPr>
            <p:ph type="ftr" idx="11"/>
          </p:nvPr>
        </p:nvSpPr>
        <p:spPr>
          <a:xfrm>
            <a:off x="508000" y="4531022"/>
            <a:ext cx="47232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850" tIns="34925" rIns="69850" bIns="3492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13"/>
          <p:cNvSpPr txBox="1">
            <a:spLocks noGrp="1"/>
          </p:cNvSpPr>
          <p:nvPr>
            <p:ph type="sldNum" idx="12"/>
          </p:nvPr>
        </p:nvSpPr>
        <p:spPr>
          <a:xfrm>
            <a:off x="6442997" y="4531022"/>
            <a:ext cx="512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850" tIns="34925" rIns="69850" bIns="3492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Name Card">
  <p:cSld name="Quote Name Card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4"/>
          <p:cNvSpPr txBox="1">
            <a:spLocks noGrp="1"/>
          </p:cNvSpPr>
          <p:nvPr>
            <p:ph type="title"/>
          </p:nvPr>
        </p:nvSpPr>
        <p:spPr>
          <a:xfrm>
            <a:off x="698500" y="457200"/>
            <a:ext cx="6070500" cy="22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850" tIns="34925" rIns="69850" bIns="34925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400"/>
              <a:buFont typeface="Trebuchet MS"/>
              <a:buNone/>
              <a:defRPr sz="3400" b="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14"/>
          <p:cNvSpPr txBox="1">
            <a:spLocks noGrp="1"/>
          </p:cNvSpPr>
          <p:nvPr>
            <p:ph type="body" idx="1"/>
          </p:nvPr>
        </p:nvSpPr>
        <p:spPr>
          <a:xfrm>
            <a:off x="507999" y="3009900"/>
            <a:ext cx="6447600" cy="3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850" tIns="34925" rIns="69850" bIns="34925" anchor="b" anchorCtr="0">
            <a:noAutofit/>
          </a:bodyPr>
          <a:lstStyle>
            <a:lvl1pPr marL="457200" lvl="0" indent="-228600" algn="l">
              <a:spcBef>
                <a:spcPts val="800"/>
              </a:spcBef>
              <a:spcAft>
                <a:spcPts val="0"/>
              </a:spcAft>
              <a:buSzPts val="1400"/>
              <a:buFont typeface="Trebuchet MS"/>
              <a:buNone/>
              <a:defRPr sz="1800">
                <a:solidFill>
                  <a:srgbClr val="3F3F3F"/>
                </a:solidFill>
              </a:defRPr>
            </a:lvl1pPr>
            <a:lvl2pPr marL="914400" lvl="1" indent="-228600" algn="l">
              <a:spcBef>
                <a:spcPts val="800"/>
              </a:spcBef>
              <a:spcAft>
                <a:spcPts val="0"/>
              </a:spcAft>
              <a:buSzPts val="1000"/>
              <a:buFont typeface="Trebuchet MS"/>
              <a:buNone/>
              <a:defRPr/>
            </a:lvl2pPr>
            <a:lvl3pPr marL="1371600" lvl="2" indent="-228600" algn="l">
              <a:spcBef>
                <a:spcPts val="800"/>
              </a:spcBef>
              <a:spcAft>
                <a:spcPts val="0"/>
              </a:spcAft>
              <a:buSzPts val="800"/>
              <a:buFont typeface="Trebuchet MS"/>
              <a:buNone/>
              <a:defRPr/>
            </a:lvl3pPr>
            <a:lvl4pPr marL="1828800" lvl="3" indent="-228600" algn="l">
              <a:spcBef>
                <a:spcPts val="800"/>
              </a:spcBef>
              <a:spcAft>
                <a:spcPts val="0"/>
              </a:spcAft>
              <a:buSzPts val="700"/>
              <a:buFont typeface="Trebuchet MS"/>
              <a:buNone/>
              <a:defRPr/>
            </a:lvl4pPr>
            <a:lvl5pPr marL="2286000" lvl="4" indent="-228600" algn="l">
              <a:spcBef>
                <a:spcPts val="800"/>
              </a:spcBef>
              <a:spcAft>
                <a:spcPts val="0"/>
              </a:spcAft>
              <a:buSzPts val="700"/>
              <a:buFont typeface="Trebuchet MS"/>
              <a:buNone/>
              <a:defRPr/>
            </a:lvl5pPr>
            <a:lvl6pPr marL="2743200" lvl="5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6pPr>
            <a:lvl7pPr marL="3200400" lvl="6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7pPr>
            <a:lvl8pPr marL="3657600" lvl="7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8pPr>
            <a:lvl9pPr marL="4114800" lvl="8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9pPr>
          </a:lstStyle>
          <a:p>
            <a:endParaRPr/>
          </a:p>
        </p:txBody>
      </p:sp>
      <p:sp>
        <p:nvSpPr>
          <p:cNvPr id="108" name="Google Shape;108;p14"/>
          <p:cNvSpPr txBox="1">
            <a:spLocks noGrp="1"/>
          </p:cNvSpPr>
          <p:nvPr>
            <p:ph type="body" idx="2"/>
          </p:nvPr>
        </p:nvSpPr>
        <p:spPr>
          <a:xfrm>
            <a:off x="508001" y="3395586"/>
            <a:ext cx="6447600" cy="113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850" tIns="34925" rIns="69850" bIns="34925" anchor="t" anchorCtr="0">
            <a:normAutofit/>
          </a:bodyPr>
          <a:lstStyle>
            <a:lvl1pPr marL="457200" lvl="0" indent="-228600" algn="l">
              <a:spcBef>
                <a:spcPts val="800"/>
              </a:spcBef>
              <a:spcAft>
                <a:spcPts val="0"/>
              </a:spcAft>
              <a:buSzPts val="1100"/>
              <a:buNone/>
              <a:defRPr sz="1400">
                <a:solidFill>
                  <a:srgbClr val="7F7F7F"/>
                </a:solidFill>
              </a:defRPr>
            </a:lvl1pPr>
            <a:lvl2pPr marL="914400" lvl="1" indent="-228600" algn="l">
              <a:spcBef>
                <a:spcPts val="800"/>
              </a:spcBef>
              <a:spcAft>
                <a:spcPts val="0"/>
              </a:spcAft>
              <a:buSzPts val="1100"/>
              <a:buNone/>
              <a:defRPr sz="14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800"/>
              </a:spcBef>
              <a:spcAft>
                <a:spcPts val="0"/>
              </a:spcAft>
              <a:buSzPts val="1000"/>
              <a:buNone/>
              <a:defRPr sz="12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09" name="Google Shape;109;p14"/>
          <p:cNvSpPr txBox="1">
            <a:spLocks noGrp="1"/>
          </p:cNvSpPr>
          <p:nvPr>
            <p:ph type="dt" idx="10"/>
          </p:nvPr>
        </p:nvSpPr>
        <p:spPr>
          <a:xfrm>
            <a:off x="5403850" y="4531022"/>
            <a:ext cx="6840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850" tIns="34925" rIns="69850" bIns="3492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14"/>
          <p:cNvSpPr txBox="1">
            <a:spLocks noGrp="1"/>
          </p:cNvSpPr>
          <p:nvPr>
            <p:ph type="ftr" idx="11"/>
          </p:nvPr>
        </p:nvSpPr>
        <p:spPr>
          <a:xfrm>
            <a:off x="508000" y="4531022"/>
            <a:ext cx="47232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850" tIns="34925" rIns="69850" bIns="3492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14"/>
          <p:cNvSpPr txBox="1">
            <a:spLocks noGrp="1"/>
          </p:cNvSpPr>
          <p:nvPr>
            <p:ph type="sldNum" idx="12"/>
          </p:nvPr>
        </p:nvSpPr>
        <p:spPr>
          <a:xfrm>
            <a:off x="6442997" y="4531022"/>
            <a:ext cx="512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850" tIns="34925" rIns="69850" bIns="3492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2" name="Google Shape;112;p14"/>
          <p:cNvSpPr txBox="1"/>
          <p:nvPr/>
        </p:nvSpPr>
        <p:spPr>
          <a:xfrm>
            <a:off x="406403" y="592783"/>
            <a:ext cx="457200" cy="4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850" tIns="34925" rIns="69850" bIns="349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100">
                <a:solidFill>
                  <a:srgbClr val="BFE47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 sz="1100"/>
          </a:p>
        </p:txBody>
      </p:sp>
      <p:sp>
        <p:nvSpPr>
          <p:cNvPr id="113" name="Google Shape;113;p14"/>
          <p:cNvSpPr txBox="1"/>
          <p:nvPr/>
        </p:nvSpPr>
        <p:spPr>
          <a:xfrm>
            <a:off x="6669758" y="2164917"/>
            <a:ext cx="457200" cy="4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850" tIns="34925" rIns="69850" bIns="349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100">
                <a:solidFill>
                  <a:srgbClr val="BFE47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 sz="110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rue or False">
  <p:cSld name="True or False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5"/>
          <p:cNvSpPr txBox="1">
            <a:spLocks noGrp="1"/>
          </p:cNvSpPr>
          <p:nvPr>
            <p:ph type="title"/>
          </p:nvPr>
        </p:nvSpPr>
        <p:spPr>
          <a:xfrm>
            <a:off x="514349" y="457200"/>
            <a:ext cx="6441300" cy="22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850" tIns="34925" rIns="69850" bIns="34925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400"/>
              <a:buFont typeface="Trebuchet MS"/>
              <a:buNone/>
              <a:defRPr sz="3400" b="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15"/>
          <p:cNvSpPr txBox="1">
            <a:spLocks noGrp="1"/>
          </p:cNvSpPr>
          <p:nvPr>
            <p:ph type="body" idx="1"/>
          </p:nvPr>
        </p:nvSpPr>
        <p:spPr>
          <a:xfrm>
            <a:off x="507999" y="3009900"/>
            <a:ext cx="6447600" cy="3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850" tIns="34925" rIns="69850" bIns="34925" anchor="b" anchorCtr="0">
            <a:noAutofit/>
          </a:bodyPr>
          <a:lstStyle>
            <a:lvl1pPr marL="457200" lvl="0" indent="-228600" algn="l">
              <a:spcBef>
                <a:spcPts val="800"/>
              </a:spcBef>
              <a:spcAft>
                <a:spcPts val="0"/>
              </a:spcAft>
              <a:buSzPts val="1400"/>
              <a:buFont typeface="Trebuchet MS"/>
              <a:buNone/>
              <a:defRPr sz="1800">
                <a:solidFill>
                  <a:schemeClr val="accent1"/>
                </a:solidFill>
              </a:defRPr>
            </a:lvl1pPr>
            <a:lvl2pPr marL="914400" lvl="1" indent="-228600" algn="l">
              <a:spcBef>
                <a:spcPts val="800"/>
              </a:spcBef>
              <a:spcAft>
                <a:spcPts val="0"/>
              </a:spcAft>
              <a:buSzPts val="1000"/>
              <a:buFont typeface="Trebuchet MS"/>
              <a:buNone/>
              <a:defRPr/>
            </a:lvl2pPr>
            <a:lvl3pPr marL="1371600" lvl="2" indent="-228600" algn="l">
              <a:spcBef>
                <a:spcPts val="800"/>
              </a:spcBef>
              <a:spcAft>
                <a:spcPts val="0"/>
              </a:spcAft>
              <a:buSzPts val="800"/>
              <a:buFont typeface="Trebuchet MS"/>
              <a:buNone/>
              <a:defRPr/>
            </a:lvl3pPr>
            <a:lvl4pPr marL="1828800" lvl="3" indent="-228600" algn="l">
              <a:spcBef>
                <a:spcPts val="800"/>
              </a:spcBef>
              <a:spcAft>
                <a:spcPts val="0"/>
              </a:spcAft>
              <a:buSzPts val="700"/>
              <a:buFont typeface="Trebuchet MS"/>
              <a:buNone/>
              <a:defRPr/>
            </a:lvl4pPr>
            <a:lvl5pPr marL="2286000" lvl="4" indent="-228600" algn="l">
              <a:spcBef>
                <a:spcPts val="800"/>
              </a:spcBef>
              <a:spcAft>
                <a:spcPts val="0"/>
              </a:spcAft>
              <a:buSzPts val="700"/>
              <a:buFont typeface="Trebuchet MS"/>
              <a:buNone/>
              <a:defRPr/>
            </a:lvl5pPr>
            <a:lvl6pPr marL="2743200" lvl="5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6pPr>
            <a:lvl7pPr marL="3200400" lvl="6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7pPr>
            <a:lvl8pPr marL="3657600" lvl="7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8pPr>
            <a:lvl9pPr marL="4114800" lvl="8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9pPr>
          </a:lstStyle>
          <a:p>
            <a:endParaRPr/>
          </a:p>
        </p:txBody>
      </p:sp>
      <p:sp>
        <p:nvSpPr>
          <p:cNvPr id="117" name="Google Shape;117;p15"/>
          <p:cNvSpPr txBox="1">
            <a:spLocks noGrp="1"/>
          </p:cNvSpPr>
          <p:nvPr>
            <p:ph type="body" idx="2"/>
          </p:nvPr>
        </p:nvSpPr>
        <p:spPr>
          <a:xfrm>
            <a:off x="508001" y="3395586"/>
            <a:ext cx="6447600" cy="113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850" tIns="34925" rIns="69850" bIns="34925" anchor="t" anchorCtr="0">
            <a:normAutofit/>
          </a:bodyPr>
          <a:lstStyle>
            <a:lvl1pPr marL="457200" lvl="0" indent="-228600" algn="l">
              <a:spcBef>
                <a:spcPts val="800"/>
              </a:spcBef>
              <a:spcAft>
                <a:spcPts val="0"/>
              </a:spcAft>
              <a:buSzPts val="1100"/>
              <a:buNone/>
              <a:defRPr sz="1400">
                <a:solidFill>
                  <a:srgbClr val="7F7F7F"/>
                </a:solidFill>
              </a:defRPr>
            </a:lvl1pPr>
            <a:lvl2pPr marL="914400" lvl="1" indent="-228600" algn="l">
              <a:spcBef>
                <a:spcPts val="800"/>
              </a:spcBef>
              <a:spcAft>
                <a:spcPts val="0"/>
              </a:spcAft>
              <a:buSzPts val="1100"/>
              <a:buNone/>
              <a:defRPr sz="14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800"/>
              </a:spcBef>
              <a:spcAft>
                <a:spcPts val="0"/>
              </a:spcAft>
              <a:buSzPts val="1000"/>
              <a:buNone/>
              <a:defRPr sz="12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18" name="Google Shape;118;p15"/>
          <p:cNvSpPr txBox="1">
            <a:spLocks noGrp="1"/>
          </p:cNvSpPr>
          <p:nvPr>
            <p:ph type="dt" idx="10"/>
          </p:nvPr>
        </p:nvSpPr>
        <p:spPr>
          <a:xfrm>
            <a:off x="5403850" y="4531022"/>
            <a:ext cx="6840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850" tIns="34925" rIns="69850" bIns="3492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9" name="Google Shape;119;p15"/>
          <p:cNvSpPr txBox="1">
            <a:spLocks noGrp="1"/>
          </p:cNvSpPr>
          <p:nvPr>
            <p:ph type="ftr" idx="11"/>
          </p:nvPr>
        </p:nvSpPr>
        <p:spPr>
          <a:xfrm>
            <a:off x="508000" y="4531022"/>
            <a:ext cx="47232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850" tIns="34925" rIns="69850" bIns="3492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15"/>
          <p:cNvSpPr txBox="1">
            <a:spLocks noGrp="1"/>
          </p:cNvSpPr>
          <p:nvPr>
            <p:ph type="sldNum" idx="12"/>
          </p:nvPr>
        </p:nvSpPr>
        <p:spPr>
          <a:xfrm>
            <a:off x="6442997" y="4531022"/>
            <a:ext cx="512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850" tIns="34925" rIns="69850" bIns="3492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6"/>
          <p:cNvSpPr txBox="1">
            <a:spLocks noGrp="1"/>
          </p:cNvSpPr>
          <p:nvPr>
            <p:ph type="title"/>
          </p:nvPr>
        </p:nvSpPr>
        <p:spPr>
          <a:xfrm>
            <a:off x="1208550" y="158575"/>
            <a:ext cx="64476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850" tIns="34925" rIns="69850" bIns="34925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16"/>
          <p:cNvSpPr txBox="1">
            <a:spLocks noGrp="1"/>
          </p:cNvSpPr>
          <p:nvPr>
            <p:ph type="body" idx="1"/>
          </p:nvPr>
        </p:nvSpPr>
        <p:spPr>
          <a:xfrm rot="5400000">
            <a:off x="2276402" y="-148058"/>
            <a:ext cx="2910600" cy="6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850" tIns="34925" rIns="69850" bIns="34925" anchor="t" anchorCtr="0">
            <a:normAutofit/>
          </a:bodyPr>
          <a:lstStyle>
            <a:lvl1pPr marL="457200" lvl="0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1pPr>
            <a:lvl2pPr marL="914400" lvl="1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2pPr>
            <a:lvl3pPr marL="1371600" lvl="2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3pPr>
            <a:lvl4pPr marL="1828800" lvl="3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4pPr>
            <a:lvl5pPr marL="2286000" lvl="4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5pPr>
            <a:lvl6pPr marL="2743200" lvl="5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6pPr>
            <a:lvl7pPr marL="3200400" lvl="6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7pPr>
            <a:lvl8pPr marL="3657600" lvl="7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8pPr>
            <a:lvl9pPr marL="4114800" lvl="8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9pPr>
          </a:lstStyle>
          <a:p>
            <a:endParaRPr/>
          </a:p>
        </p:txBody>
      </p:sp>
      <p:sp>
        <p:nvSpPr>
          <p:cNvPr id="124" name="Google Shape;124;p16"/>
          <p:cNvSpPr txBox="1">
            <a:spLocks noGrp="1"/>
          </p:cNvSpPr>
          <p:nvPr>
            <p:ph type="dt" idx="10"/>
          </p:nvPr>
        </p:nvSpPr>
        <p:spPr>
          <a:xfrm>
            <a:off x="5403850" y="4531022"/>
            <a:ext cx="6840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850" tIns="34925" rIns="69850" bIns="3492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5" name="Google Shape;125;p16"/>
          <p:cNvSpPr txBox="1">
            <a:spLocks noGrp="1"/>
          </p:cNvSpPr>
          <p:nvPr>
            <p:ph type="ftr" idx="11"/>
          </p:nvPr>
        </p:nvSpPr>
        <p:spPr>
          <a:xfrm>
            <a:off x="508000" y="4531022"/>
            <a:ext cx="47232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850" tIns="34925" rIns="69850" bIns="3492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p16"/>
          <p:cNvSpPr txBox="1">
            <a:spLocks noGrp="1"/>
          </p:cNvSpPr>
          <p:nvPr>
            <p:ph type="sldNum" idx="12"/>
          </p:nvPr>
        </p:nvSpPr>
        <p:spPr>
          <a:xfrm>
            <a:off x="6442997" y="4531022"/>
            <a:ext cx="512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850" tIns="34925" rIns="69850" bIns="3492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7"/>
          <p:cNvSpPr txBox="1">
            <a:spLocks noGrp="1"/>
          </p:cNvSpPr>
          <p:nvPr>
            <p:ph type="title"/>
          </p:nvPr>
        </p:nvSpPr>
        <p:spPr>
          <a:xfrm rot="5400000">
            <a:off x="4495662" y="1937249"/>
            <a:ext cx="3938700" cy="97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850" tIns="34925" rIns="69850" bIns="34925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17"/>
          <p:cNvSpPr txBox="1">
            <a:spLocks noGrp="1"/>
          </p:cNvSpPr>
          <p:nvPr>
            <p:ph type="body" idx="1"/>
          </p:nvPr>
        </p:nvSpPr>
        <p:spPr>
          <a:xfrm rot="5400000">
            <a:off x="1186264" y="-220950"/>
            <a:ext cx="3938700" cy="529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850" tIns="34925" rIns="69850" bIns="34925" anchor="t" anchorCtr="0">
            <a:normAutofit/>
          </a:bodyPr>
          <a:lstStyle>
            <a:lvl1pPr marL="457200" lvl="0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1pPr>
            <a:lvl2pPr marL="914400" lvl="1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2pPr>
            <a:lvl3pPr marL="1371600" lvl="2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3pPr>
            <a:lvl4pPr marL="1828800" lvl="3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4pPr>
            <a:lvl5pPr marL="2286000" lvl="4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5pPr>
            <a:lvl6pPr marL="2743200" lvl="5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6pPr>
            <a:lvl7pPr marL="3200400" lvl="6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7pPr>
            <a:lvl8pPr marL="3657600" lvl="7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8pPr>
            <a:lvl9pPr marL="4114800" lvl="8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9pPr>
          </a:lstStyle>
          <a:p>
            <a:endParaRPr/>
          </a:p>
        </p:txBody>
      </p:sp>
      <p:sp>
        <p:nvSpPr>
          <p:cNvPr id="130" name="Google Shape;130;p17"/>
          <p:cNvSpPr txBox="1">
            <a:spLocks noGrp="1"/>
          </p:cNvSpPr>
          <p:nvPr>
            <p:ph type="dt" idx="10"/>
          </p:nvPr>
        </p:nvSpPr>
        <p:spPr>
          <a:xfrm>
            <a:off x="5403850" y="4531022"/>
            <a:ext cx="6840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850" tIns="34925" rIns="69850" bIns="3492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17"/>
          <p:cNvSpPr txBox="1">
            <a:spLocks noGrp="1"/>
          </p:cNvSpPr>
          <p:nvPr>
            <p:ph type="ftr" idx="11"/>
          </p:nvPr>
        </p:nvSpPr>
        <p:spPr>
          <a:xfrm>
            <a:off x="508000" y="4531022"/>
            <a:ext cx="47232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850" tIns="34925" rIns="69850" bIns="3492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17"/>
          <p:cNvSpPr txBox="1">
            <a:spLocks noGrp="1"/>
          </p:cNvSpPr>
          <p:nvPr>
            <p:ph type="sldNum" idx="12"/>
          </p:nvPr>
        </p:nvSpPr>
        <p:spPr>
          <a:xfrm>
            <a:off x="6442997" y="4531022"/>
            <a:ext cx="512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850" tIns="34925" rIns="69850" bIns="3492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ítulo e Subtítulo">
  <p:cSld name="TITLE_1">
    <p:bg>
      <p:bgPr>
        <a:solidFill>
          <a:schemeClr val="lt1"/>
        </a:solidFill>
        <a:effectLst/>
      </p:bgPr>
    </p:bg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9"/>
          <p:cNvSpPr txBox="1">
            <a:spLocks noGrp="1"/>
          </p:cNvSpPr>
          <p:nvPr>
            <p:ph type="title"/>
          </p:nvPr>
        </p:nvSpPr>
        <p:spPr>
          <a:xfrm>
            <a:off x="892969" y="1782310"/>
            <a:ext cx="7358100" cy="12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2750" tIns="32750" rIns="32750" bIns="32750" anchor="b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Helvetica Neue Light"/>
              <a:buNone/>
              <a:defRPr sz="3100" b="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19"/>
          <p:cNvSpPr txBox="1">
            <a:spLocks noGrp="1"/>
          </p:cNvSpPr>
          <p:nvPr>
            <p:ph type="body" idx="1"/>
          </p:nvPr>
        </p:nvSpPr>
        <p:spPr>
          <a:xfrm>
            <a:off x="892969" y="3289927"/>
            <a:ext cx="7358100" cy="59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2750" tIns="32750" rIns="32750" bIns="32750" anchor="t" anchorCtr="0">
            <a:normAutofit/>
          </a:bodyPr>
          <a:lstStyle>
            <a:lvl1pPr marL="45720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Helvetica Neue Light"/>
              <a:buNone/>
              <a:defRPr sz="2100"/>
            </a:lvl1pPr>
            <a:lvl2pPr marL="914400" lvl="1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Helvetica Neue Light"/>
              <a:buNone/>
              <a:defRPr sz="2100"/>
            </a:lvl2pPr>
            <a:lvl3pPr marL="1371600" lvl="2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Helvetica Neue Light"/>
              <a:buNone/>
              <a:defRPr sz="2100"/>
            </a:lvl3pPr>
            <a:lvl4pPr marL="1828800" lvl="3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Helvetica Neue Light"/>
              <a:buNone/>
              <a:defRPr sz="2100"/>
            </a:lvl4pPr>
            <a:lvl5pPr marL="2286000" lvl="4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Helvetica Neue Light"/>
              <a:buNone/>
              <a:defRPr sz="2100"/>
            </a:lvl5pPr>
            <a:lvl6pPr marL="2743200" lvl="5" indent="-285750" algn="l" rtl="0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000000"/>
              </a:buClr>
              <a:buSzPts val="900"/>
              <a:buChar char="►"/>
              <a:defRPr/>
            </a:lvl6pPr>
            <a:lvl7pPr marL="3200400" lvl="6" indent="-285750" algn="l" rtl="0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000000"/>
              </a:buClr>
              <a:buSzPts val="900"/>
              <a:buChar char="►"/>
              <a:defRPr/>
            </a:lvl7pPr>
            <a:lvl8pPr marL="3657600" lvl="7" indent="-285750" algn="l" rtl="0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000000"/>
              </a:buClr>
              <a:buSzPts val="900"/>
              <a:buChar char="►"/>
              <a:defRPr/>
            </a:lvl8pPr>
            <a:lvl9pPr marL="4114800" lvl="8" indent="-285750" algn="l" rtl="0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000000"/>
              </a:buClr>
              <a:buSzPts val="900"/>
              <a:buChar char="►"/>
              <a:defRPr/>
            </a:lvl9pPr>
          </a:lstStyle>
          <a:p>
            <a:endParaRPr/>
          </a:p>
        </p:txBody>
      </p:sp>
      <p:sp>
        <p:nvSpPr>
          <p:cNvPr id="140" name="Google Shape;140;p19"/>
          <p:cNvSpPr/>
          <p:nvPr/>
        </p:nvSpPr>
        <p:spPr>
          <a:xfrm>
            <a:off x="-4399" y="-6697"/>
            <a:ext cx="9152700" cy="882900"/>
          </a:xfrm>
          <a:prstGeom prst="rect">
            <a:avLst/>
          </a:prstGeom>
          <a:solidFill>
            <a:srgbClr val="044005"/>
          </a:solidFill>
          <a:ln>
            <a:noFill/>
          </a:ln>
        </p:spPr>
        <p:txBody>
          <a:bodyPr spcFirstLastPara="1" wrap="square" lIns="32750" tIns="32750" rIns="32750" bIns="327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Helvetica Neue Light"/>
              <a:buNone/>
            </a:pPr>
            <a:endParaRPr sz="2300" b="0" i="0" u="none" strike="noStrike" cap="none">
              <a:solidFill>
                <a:srgbClr val="000000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id="141" name="Google Shape;141;p19" descr="image2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91483" y="4379490"/>
            <a:ext cx="790278" cy="462112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9"/>
          <p:cNvSpPr/>
          <p:nvPr/>
        </p:nvSpPr>
        <p:spPr>
          <a:xfrm>
            <a:off x="-490" y="890736"/>
            <a:ext cx="9144900" cy="189900"/>
          </a:xfrm>
          <a:prstGeom prst="rect">
            <a:avLst/>
          </a:prstGeom>
          <a:solidFill>
            <a:srgbClr val="515151"/>
          </a:solidFill>
          <a:ln>
            <a:noFill/>
          </a:ln>
        </p:spPr>
        <p:txBody>
          <a:bodyPr spcFirstLastPara="1" wrap="square" lIns="32750" tIns="32750" rIns="32750" bIns="327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Helvetica Neue Light"/>
              <a:buNone/>
            </a:pPr>
            <a:endParaRPr sz="2300" b="0" i="0" u="none" strike="noStrike" cap="none">
              <a:solidFill>
                <a:srgbClr val="000000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43" name="Google Shape;143;p19"/>
          <p:cNvSpPr/>
          <p:nvPr/>
        </p:nvSpPr>
        <p:spPr>
          <a:xfrm>
            <a:off x="5649422" y="1089276"/>
            <a:ext cx="3493200" cy="198300"/>
          </a:xfrm>
          <a:prstGeom prst="rect">
            <a:avLst/>
          </a:prstGeom>
          <a:solidFill>
            <a:srgbClr val="919191"/>
          </a:solidFill>
          <a:ln>
            <a:noFill/>
          </a:ln>
        </p:spPr>
        <p:txBody>
          <a:bodyPr spcFirstLastPara="1" wrap="square" lIns="32750" tIns="32750" rIns="32750" bIns="327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Helvetica Neue Light"/>
              <a:buNone/>
            </a:pPr>
            <a:endParaRPr sz="2300" b="0" i="0" u="none" strike="noStrike" cap="none">
              <a:solidFill>
                <a:srgbClr val="000000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44" name="Google Shape;144;p19"/>
          <p:cNvSpPr txBox="1"/>
          <p:nvPr/>
        </p:nvSpPr>
        <p:spPr>
          <a:xfrm>
            <a:off x="3252716" y="4863984"/>
            <a:ext cx="2638500" cy="24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2750" tIns="32750" rIns="32750" bIns="327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 Light"/>
              <a:buNone/>
            </a:pPr>
            <a:r>
              <a:rPr lang="en-US" sz="15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LES | DI | PUC-Rio - Brazil</a:t>
            </a:r>
            <a:endParaRPr sz="1500" b="0" i="0" u="none" strike="noStrike" cap="none">
              <a:solidFill>
                <a:srgbClr val="00000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145" name="Google Shape;145;p19"/>
          <p:cNvSpPr txBox="1"/>
          <p:nvPr/>
        </p:nvSpPr>
        <p:spPr>
          <a:xfrm>
            <a:off x="112762" y="4898003"/>
            <a:ext cx="1636800" cy="18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2750" tIns="32750" rIns="32750" bIns="327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Helvetica Neue"/>
              <a:buNone/>
            </a:pPr>
            <a:r>
              <a:rPr lang="en-US" sz="1000" b="1" i="0" u="none" strike="noStrike" cap="none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OPUS Research Group</a:t>
            </a:r>
            <a:endParaRPr sz="900" dirty="0"/>
          </a:p>
        </p:txBody>
      </p:sp>
      <p:sp>
        <p:nvSpPr>
          <p:cNvPr id="146" name="Google Shape;146;p19"/>
          <p:cNvSpPr txBox="1">
            <a:spLocks noGrp="1"/>
          </p:cNvSpPr>
          <p:nvPr>
            <p:ph type="sldNum" idx="12"/>
          </p:nvPr>
        </p:nvSpPr>
        <p:spPr>
          <a:xfrm>
            <a:off x="4437983" y="4878958"/>
            <a:ext cx="258900" cy="20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2750" tIns="32750" rIns="32750" bIns="32750" anchor="t" anchorCtr="0">
            <a:noAutofit/>
          </a:bodyPr>
          <a:lstStyle>
            <a:lvl1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sz="12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sz="1200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sz="1200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sz="1200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sz="1200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sz="1200"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sz="1200"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sz="1200"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sz="1200"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7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47" name="Google Shape;147;p19" descr="image1.gif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72962" y="4304209"/>
            <a:ext cx="420279" cy="7367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Title and Conten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"/>
          <p:cNvSpPr txBox="1">
            <a:spLocks noGrp="1"/>
          </p:cNvSpPr>
          <p:nvPr>
            <p:ph type="title"/>
          </p:nvPr>
        </p:nvSpPr>
        <p:spPr>
          <a:xfrm>
            <a:off x="1117650" y="40025"/>
            <a:ext cx="6447600" cy="5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850" tIns="34925" rIns="69850" bIns="34925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Trebuchet MS"/>
              <a:buNone/>
              <a:defRPr sz="28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3"/>
          <p:cNvSpPr txBox="1">
            <a:spLocks noGrp="1"/>
          </p:cNvSpPr>
          <p:nvPr>
            <p:ph type="body" idx="1"/>
          </p:nvPr>
        </p:nvSpPr>
        <p:spPr>
          <a:xfrm>
            <a:off x="437450" y="868500"/>
            <a:ext cx="7900200" cy="358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850" tIns="34925" rIns="69850" bIns="34925" anchor="t" anchorCtr="0">
            <a:normAutofit/>
          </a:bodyPr>
          <a:lstStyle>
            <a:lvl1pPr marL="457200" lvl="0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1pPr>
            <a:lvl2pPr marL="914400" lvl="1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2pPr>
            <a:lvl3pPr marL="1371600" lvl="2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3pPr>
            <a:lvl4pPr marL="1828800" lvl="3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4pPr>
            <a:lvl5pPr marL="2286000" lvl="4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5pPr>
            <a:lvl6pPr marL="2743200" lvl="5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6pPr>
            <a:lvl7pPr marL="3200400" lvl="6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7pPr>
            <a:lvl8pPr marL="3657600" lvl="7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8pPr>
            <a:lvl9pPr marL="4114800" lvl="8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9pPr>
          </a:lstStyle>
          <a:p>
            <a:endParaRPr/>
          </a:p>
        </p:txBody>
      </p:sp>
      <p:sp>
        <p:nvSpPr>
          <p:cNvPr id="36" name="Google Shape;36;p3"/>
          <p:cNvSpPr txBox="1">
            <a:spLocks noGrp="1"/>
          </p:cNvSpPr>
          <p:nvPr>
            <p:ph type="dt" idx="10"/>
          </p:nvPr>
        </p:nvSpPr>
        <p:spPr>
          <a:xfrm>
            <a:off x="5403850" y="4531022"/>
            <a:ext cx="6840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850" tIns="34925" rIns="69850" bIns="3492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3"/>
          <p:cNvSpPr txBox="1">
            <a:spLocks noGrp="1"/>
          </p:cNvSpPr>
          <p:nvPr>
            <p:ph type="ftr" idx="11"/>
          </p:nvPr>
        </p:nvSpPr>
        <p:spPr>
          <a:xfrm>
            <a:off x="508000" y="4531022"/>
            <a:ext cx="47232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850" tIns="34925" rIns="69850" bIns="3492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3"/>
          <p:cNvSpPr txBox="1">
            <a:spLocks noGrp="1"/>
          </p:cNvSpPr>
          <p:nvPr>
            <p:ph type="sldNum" idx="12"/>
          </p:nvPr>
        </p:nvSpPr>
        <p:spPr>
          <a:xfrm>
            <a:off x="8381897" y="4746447"/>
            <a:ext cx="512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850" tIns="34925" rIns="69850" bIns="3492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1">
                <a:solidFill>
                  <a:schemeClr val="accent2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 sz="1200" b="1">
                <a:solidFill>
                  <a:schemeClr val="accent2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 sz="1200" b="1">
                <a:solidFill>
                  <a:schemeClr val="accent2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 sz="1200" b="1">
                <a:solidFill>
                  <a:schemeClr val="accent2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 sz="1200" b="1">
                <a:solidFill>
                  <a:schemeClr val="accent2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 sz="1200" b="1">
                <a:solidFill>
                  <a:schemeClr val="accent2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 sz="1200" b="1">
                <a:solidFill>
                  <a:schemeClr val="accent2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 sz="1200" b="1">
                <a:solidFill>
                  <a:schemeClr val="accent2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 sz="1200" b="1">
                <a:solidFill>
                  <a:schemeClr val="accent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851393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1208550" y="158575"/>
            <a:ext cx="64476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850" tIns="34925" rIns="69850" bIns="34925" anchor="t" anchorCtr="0">
            <a:norm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Trebuchet MS"/>
              <a:buNone/>
              <a:defRPr sz="28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37450" y="868500"/>
            <a:ext cx="7900200" cy="358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850" tIns="34925" rIns="69850" bIns="34925" anchor="t" anchorCtr="0">
            <a:normAutofit/>
          </a:bodyPr>
          <a:lstStyle>
            <a:lvl1pPr marL="457200" marR="0" lvl="0" indent="-298450" algn="l" rtl="0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Noto Sans Symbols"/>
              <a:buChar char="►"/>
              <a:defRPr sz="1400" b="0" i="0" u="none" strike="noStrike" cap="non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marR="0" lvl="1" indent="-292100" algn="l" rtl="0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►"/>
              <a:defRPr sz="1200" b="0" i="0" u="none" strike="noStrike" cap="non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marR="0" lvl="2" indent="-279400" algn="l" rtl="0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Char char="►"/>
              <a:defRPr sz="1100" b="0" i="0" u="none" strike="noStrike" cap="non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marR="0" lvl="3" indent="-273050" algn="l" rtl="0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►"/>
              <a:defRPr sz="900" b="0" i="0" u="none" strike="noStrike" cap="non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marR="0" lvl="4" indent="-273050" algn="l" rtl="0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►"/>
              <a:defRPr sz="900" b="0" i="0" u="none" strike="noStrike" cap="non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marR="0" lvl="5" indent="-273050" algn="l" rtl="0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►"/>
              <a:defRPr sz="900" b="0" i="0" u="none" strike="noStrike" cap="non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3200400" marR="0" lvl="6" indent="-273050" algn="l" rtl="0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►"/>
              <a:defRPr sz="900" b="0" i="0" u="none" strike="noStrike" cap="non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3657600" marR="0" lvl="7" indent="-273050" algn="l" rtl="0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►"/>
              <a:defRPr sz="900" b="0" i="0" u="none" strike="noStrike" cap="non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4114800" marR="0" lvl="8" indent="-273050" algn="l" rtl="0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►"/>
              <a:defRPr sz="900" b="0" i="0" u="none" strike="noStrike" cap="non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5403850" y="4531022"/>
            <a:ext cx="6840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850" tIns="34925" rIns="69850" bIns="34925" anchor="ctr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100"/>
              <a:buNone/>
              <a:defRPr sz="700" b="0" i="0" u="none" strike="noStrike" cap="non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508000" y="4531022"/>
            <a:ext cx="47232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850" tIns="34925" rIns="69850" bIns="349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700" b="0" i="0" u="none" strike="noStrike" cap="non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442997" y="4531022"/>
            <a:ext cx="512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850" tIns="34925" rIns="69850" bIns="3492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0" marR="0" lvl="1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0" marR="0" lvl="2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0" marR="0" lvl="3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0" marR="0" lvl="4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0" marR="0" lvl="5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0" marR="0" lvl="6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0" marR="0" lvl="7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0" marR="0" lvl="8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" name="Google Shape;11;p1"/>
          <p:cNvSpPr/>
          <p:nvPr/>
        </p:nvSpPr>
        <p:spPr>
          <a:xfrm>
            <a:off x="8247394" y="0"/>
            <a:ext cx="896749" cy="5143500"/>
          </a:xfrm>
          <a:custGeom>
            <a:avLst/>
            <a:gdLst/>
            <a:ahLst/>
            <a:cxnLst/>
            <a:rect l="l" t="t" r="r" b="b"/>
            <a:pathLst>
              <a:path w="1249825" h="6858000" extrusionOk="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4709"/>
            </a:schemeClr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2" name="Google Shape;12;p1"/>
          <p:cNvSpPr/>
          <p:nvPr/>
        </p:nvSpPr>
        <p:spPr>
          <a:xfrm>
            <a:off x="0" y="3009819"/>
            <a:ext cx="366900" cy="2133600"/>
          </a:xfrm>
          <a:prstGeom prst="triangle">
            <a:avLst>
              <a:gd name="adj" fmla="val 0"/>
            </a:avLst>
          </a:prstGeom>
          <a:solidFill>
            <a:schemeClr val="accent1">
              <a:alpha val="84710"/>
            </a:schemeClr>
          </a:solidFill>
          <a:ln>
            <a:noFill/>
          </a:ln>
        </p:spPr>
        <p:txBody>
          <a:bodyPr spcFirstLastPara="1" wrap="square" lIns="69850" tIns="69850" rIns="69850" bIns="69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3" name="Google Shape;13;p1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0" y="-175974"/>
            <a:ext cx="906413" cy="905401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1" r:id="rId2"/>
    <p:sldLayoutId id="2147483652" r:id="rId3"/>
    <p:sldLayoutId id="2147483653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5" r:id="rId14"/>
    <p:sldLayoutId id="2147483667" r:id="rId1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5.xml"/><Relationship Id="rId4" Type="http://schemas.openxmlformats.org/officeDocument/2006/relationships/hyperlink" Target="https://github.com/IsabelaYabe/tictactoe_activity_ai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5.xml"/><Relationship Id="rId4" Type="http://schemas.openxmlformats.org/officeDocument/2006/relationships/hyperlink" Target="https://github.com/IsabelaYabe/tictactoe_activity_ai/blob/master/README.md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IsabelaYabe/tictactoe_activity_ai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IsabelaYabe/tictactoe_activity_ai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IsabelaYabe/tictactoe_activity_ai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IsabelaYabe/tictactoe_activity_ai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5.xml"/><Relationship Id="rId4" Type="http://schemas.openxmlformats.org/officeDocument/2006/relationships/hyperlink" Target="https://github.com/IsabelaYabe/tictactoe_activity_ai" TargetMode="Externa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viccsneto/tictactoe_experiment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IsabelaYabe/tictactoe_activity_ai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0"/>
          <p:cNvSpPr txBox="1">
            <a:spLocks noGrp="1"/>
          </p:cNvSpPr>
          <p:nvPr>
            <p:ph type="ctrTitle"/>
          </p:nvPr>
        </p:nvSpPr>
        <p:spPr>
          <a:xfrm>
            <a:off x="587150" y="1340625"/>
            <a:ext cx="6447300" cy="1234800"/>
          </a:xfrm>
          <a:prstGeom prst="rect">
            <a:avLst/>
          </a:prstGeom>
        </p:spPr>
        <p:txBody>
          <a:bodyPr spcFirstLastPara="1" wrap="square" lIns="69850" tIns="34925" rIns="69850" bIns="349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800" dirty="0"/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800" dirty="0"/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 err="1"/>
              <a:t>Assistentes</a:t>
            </a:r>
            <a:r>
              <a:rPr lang="en-US" sz="2800" dirty="0"/>
              <a:t> de AI </a:t>
            </a:r>
            <a:r>
              <a:rPr lang="en-US" sz="2800" dirty="0" err="1"/>
              <a:t>generativa</a:t>
            </a:r>
            <a:r>
              <a:rPr lang="en-US" sz="2800" dirty="0"/>
              <a:t> e o </a:t>
            </a:r>
            <a:r>
              <a:rPr lang="en-US" sz="2800" dirty="0" err="1"/>
              <a:t>risco</a:t>
            </a:r>
            <a:r>
              <a:rPr lang="en-US" sz="2800" dirty="0"/>
              <a:t> da </a:t>
            </a:r>
            <a:r>
              <a:rPr lang="en-US" sz="2800" dirty="0" err="1"/>
              <a:t>Dívida</a:t>
            </a:r>
            <a:r>
              <a:rPr lang="en-US" sz="2800" dirty="0"/>
              <a:t> </a:t>
            </a:r>
            <a:r>
              <a:rPr lang="en-US" sz="2800" dirty="0" err="1"/>
              <a:t>Cognitiva</a:t>
            </a:r>
            <a:r>
              <a:rPr lang="en-US" sz="2800" dirty="0"/>
              <a:t> - </a:t>
            </a:r>
            <a:r>
              <a:rPr lang="en-US" sz="2800" dirty="0" err="1"/>
              <a:t>Exercício</a:t>
            </a:r>
            <a:endParaRPr sz="2800" dirty="0"/>
          </a:p>
        </p:txBody>
      </p:sp>
      <p:sp>
        <p:nvSpPr>
          <p:cNvPr id="153" name="Google Shape;153;p20"/>
          <p:cNvSpPr txBox="1">
            <a:spLocks noGrp="1"/>
          </p:cNvSpPr>
          <p:nvPr>
            <p:ph type="subTitle" idx="1"/>
          </p:nvPr>
        </p:nvSpPr>
        <p:spPr>
          <a:xfrm>
            <a:off x="1209350" y="2616125"/>
            <a:ext cx="5825100" cy="822600"/>
          </a:xfrm>
          <a:prstGeom prst="rect">
            <a:avLst/>
          </a:prstGeom>
        </p:spPr>
        <p:txBody>
          <a:bodyPr spcFirstLastPara="1" wrap="square" lIns="69850" tIns="34925" rIns="69850" bIns="34925" anchor="t" anchorCtr="0">
            <a:normAutofit/>
          </a:bodyPr>
          <a:lstStyle/>
          <a:p>
            <a:pPr marL="0" lvl="0" indent="0" algn="r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-US"/>
              <a:t>INF1028 e INF1045</a:t>
            </a:r>
            <a:endParaRPr/>
          </a:p>
        </p:txBody>
      </p:sp>
      <p:sp>
        <p:nvSpPr>
          <p:cNvPr id="154" name="Google Shape;154;p20"/>
          <p:cNvSpPr txBox="1"/>
          <p:nvPr/>
        </p:nvSpPr>
        <p:spPr>
          <a:xfrm>
            <a:off x="2124000" y="3311075"/>
            <a:ext cx="4896000" cy="1805592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Trebuchet MS"/>
                <a:ea typeface="Trebuchet MS"/>
                <a:cs typeface="Trebuchet MS"/>
                <a:sym typeface="Trebuchet MS"/>
              </a:rPr>
              <a:t>Alessandro Garcia</a:t>
            </a: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Trebuchet MS"/>
                <a:ea typeface="Trebuchet MS"/>
                <a:cs typeface="Trebuchet MS"/>
                <a:sym typeface="Trebuchet MS"/>
              </a:rPr>
              <a:t>Isabela Yabe</a:t>
            </a: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Trebuchet MS"/>
                <a:ea typeface="Trebuchet MS"/>
                <a:cs typeface="Trebuchet MS"/>
                <a:sym typeface="Trebuchet MS"/>
              </a:rPr>
              <a:t>Vicente Neto</a:t>
            </a:r>
            <a:endParaRPr dirty="0">
              <a:latin typeface="Trebuchet MS"/>
              <a:ea typeface="Trebuchet MS"/>
              <a:cs typeface="Trebuchet MS"/>
              <a:sym typeface="Trebuchet MS"/>
            </a:endParaRPr>
          </a:p>
          <a:p>
            <a:pPr marL="0" lvl="0" indent="0" algn="r" rtl="0">
              <a:spcBef>
                <a:spcPts val="800"/>
              </a:spcBef>
              <a:spcAft>
                <a:spcPts val="0"/>
              </a:spcAft>
              <a:buNone/>
            </a:pPr>
            <a:endParaRPr sz="1200" dirty="0">
              <a:solidFill>
                <a:srgbClr val="7F7F7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lvl="0" indent="0" algn="r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 dirty="0">
              <a:solidFill>
                <a:srgbClr val="BFBFB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Trebuchet MS"/>
              <a:ea typeface="Trebuchet MS"/>
              <a:cs typeface="Trebuchet MS"/>
              <a:sym typeface="Trebuchet MS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55" name="Google Shape;155;p20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1">
          <a:extLst>
            <a:ext uri="{FF2B5EF4-FFF2-40B4-BE49-F238E27FC236}">
              <a16:creationId xmlns:a16="http://schemas.microsoft.com/office/drawing/2014/main" id="{5223AB80-608C-6755-FE38-A90B8D1407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B53B381-72C0-E81A-3FE2-F23D507243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016" y="1188457"/>
            <a:ext cx="7349968" cy="3950608"/>
          </a:xfrm>
          <a:prstGeom prst="rect">
            <a:avLst/>
          </a:prstGeom>
        </p:spPr>
      </p:pic>
      <p:sp>
        <p:nvSpPr>
          <p:cNvPr id="392" name="Google Shape;392;p41">
            <a:extLst>
              <a:ext uri="{FF2B5EF4-FFF2-40B4-BE49-F238E27FC236}">
                <a16:creationId xmlns:a16="http://schemas.microsoft.com/office/drawing/2014/main" id="{FA83B68D-F176-38AD-BBB2-DDD46CFB330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17649" y="40025"/>
            <a:ext cx="7220001" cy="533100"/>
          </a:xfrm>
          <a:prstGeom prst="rect">
            <a:avLst/>
          </a:prstGeom>
        </p:spPr>
        <p:txBody>
          <a:bodyPr spcFirstLastPara="1" wrap="square" lIns="69850" tIns="34925" rIns="69850" bIns="34925" anchor="t" anchorCtr="0">
            <a:normAutofit/>
          </a:bodyPr>
          <a:lstStyle/>
          <a:p>
            <a:pPr lvl="0"/>
            <a:r>
              <a:rPr lang="en-US" dirty="0"/>
              <a:t>O </a:t>
            </a:r>
            <a:r>
              <a:rPr lang="en-US" dirty="0" err="1"/>
              <a:t>experimento</a:t>
            </a:r>
            <a:r>
              <a:rPr lang="en-US" dirty="0"/>
              <a:t>: </a:t>
            </a:r>
            <a:r>
              <a:rPr lang="en-US" dirty="0" err="1"/>
              <a:t>TicTacToe</a:t>
            </a:r>
            <a:r>
              <a:rPr lang="en-US" dirty="0"/>
              <a:t> - </a:t>
            </a:r>
            <a:r>
              <a:rPr lang="en-US" dirty="0" err="1"/>
              <a:t>Instruções</a:t>
            </a:r>
            <a:endParaRPr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5D76B7-266D-8E03-DFFB-EB97D14246A7}"/>
              </a:ext>
            </a:extLst>
          </p:cNvPr>
          <p:cNvSpPr txBox="1"/>
          <p:nvPr/>
        </p:nvSpPr>
        <p:spPr>
          <a:xfrm>
            <a:off x="731520" y="753934"/>
            <a:ext cx="71475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lang="pt-BR" sz="1200" b="0" i="0" dirty="0">
                <a:solidFill>
                  <a:srgbClr val="1F2328"/>
                </a:solidFill>
                <a:effectLst/>
                <a:latin typeface="Mona Sans VF"/>
              </a:rPr>
              <a:t>Configure o GitHub copilot para utilizar o OpenRouter como provedor, clicando na lista </a:t>
            </a:r>
            <a:r>
              <a:rPr lang="pt-BR" sz="1200" dirty="0">
                <a:solidFill>
                  <a:srgbClr val="1F2328"/>
                </a:solidFill>
                <a:latin typeface="Mona Sans VF"/>
              </a:rPr>
              <a:t>de modelos =&gt; Other Models  =&gt; Manage Language Models (⚙️)</a:t>
            </a:r>
            <a:endParaRPr lang="pt-BR" sz="1200" b="0" i="0" dirty="0">
              <a:solidFill>
                <a:srgbClr val="1F2328"/>
              </a:solidFill>
              <a:effectLst/>
              <a:latin typeface="Mona Sans VF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2555844-A5FA-3DF0-0FF3-57315E108509}"/>
              </a:ext>
            </a:extLst>
          </p:cNvPr>
          <p:cNvSpPr/>
          <p:nvPr/>
        </p:nvSpPr>
        <p:spPr>
          <a:xfrm>
            <a:off x="6550304" y="3838394"/>
            <a:ext cx="834432" cy="1136915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005" name="Page Number 5"/>
          <p:cNvSpPr txBox="1"/>
          <p:nvPr/>
        </p:nvSpPr>
        <p:spPr>
          <a:xfrm>
            <a:off x="8050000" y="4780000"/>
            <a:ext cx="900000" cy="28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/>
            <a:r>
              <a:rPr lang="pt-BR" sz="900">
                <a:solidFill>
                  <a:srgbClr val="808080"/>
                </a:solidFill>
                <a:latin typeface="Helvetica Neue"/>
              </a:rPr>
              <a:t>5 / 18</a:t>
            </a:r>
          </a:p>
        </p:txBody>
      </p:sp>
    </p:spTree>
    <p:extLst>
      <p:ext uri="{BB962C8B-B14F-4D97-AF65-F5344CB8AC3E}">
        <p14:creationId xmlns:p14="http://schemas.microsoft.com/office/powerpoint/2010/main" val="32387256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1">
          <a:extLst>
            <a:ext uri="{FF2B5EF4-FFF2-40B4-BE49-F238E27FC236}">
              <a16:creationId xmlns:a16="http://schemas.microsoft.com/office/drawing/2014/main" id="{0E7D6732-F45C-D788-FE7B-D074250E5A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76E6A4E-E080-BE3B-F104-C9B7A14DF6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016" y="1201157"/>
            <a:ext cx="7349968" cy="3950608"/>
          </a:xfrm>
          <a:prstGeom prst="rect">
            <a:avLst/>
          </a:prstGeom>
        </p:spPr>
      </p:pic>
      <p:sp>
        <p:nvSpPr>
          <p:cNvPr id="392" name="Google Shape;392;p41">
            <a:extLst>
              <a:ext uri="{FF2B5EF4-FFF2-40B4-BE49-F238E27FC236}">
                <a16:creationId xmlns:a16="http://schemas.microsoft.com/office/drawing/2014/main" id="{BBEC7C56-5554-E8C0-2FDB-DAB2CE6C32A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17649" y="40025"/>
            <a:ext cx="7220001" cy="533100"/>
          </a:xfrm>
          <a:prstGeom prst="rect">
            <a:avLst/>
          </a:prstGeom>
        </p:spPr>
        <p:txBody>
          <a:bodyPr spcFirstLastPara="1" wrap="square" lIns="69850" tIns="34925" rIns="69850" bIns="34925" anchor="t" anchorCtr="0">
            <a:normAutofit/>
          </a:bodyPr>
          <a:lstStyle/>
          <a:p>
            <a:pPr lvl="0"/>
            <a:r>
              <a:rPr lang="en-US" dirty="0"/>
              <a:t>O </a:t>
            </a:r>
            <a:r>
              <a:rPr lang="en-US" dirty="0" err="1"/>
              <a:t>experimento</a:t>
            </a:r>
            <a:r>
              <a:rPr lang="en-US" dirty="0"/>
              <a:t>: </a:t>
            </a:r>
            <a:r>
              <a:rPr lang="en-US" dirty="0" err="1"/>
              <a:t>TicTacToe</a:t>
            </a:r>
            <a:r>
              <a:rPr lang="en-US" dirty="0"/>
              <a:t> - </a:t>
            </a:r>
            <a:r>
              <a:rPr lang="en-US" dirty="0" err="1"/>
              <a:t>Instruções</a:t>
            </a:r>
            <a:endParaRPr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3895D12-DA39-6442-5DDB-D39D08D9E643}"/>
              </a:ext>
            </a:extLst>
          </p:cNvPr>
          <p:cNvSpPr txBox="1"/>
          <p:nvPr/>
        </p:nvSpPr>
        <p:spPr>
          <a:xfrm>
            <a:off x="731520" y="753934"/>
            <a:ext cx="71475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lang="pt-BR" sz="1200" b="0" i="0" dirty="0">
                <a:solidFill>
                  <a:srgbClr val="1F2328"/>
                </a:solidFill>
                <a:effectLst/>
                <a:latin typeface="Mona Sans VF"/>
              </a:rPr>
              <a:t>Clique em + Add Models... =&gt; OpenRouter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BC23BA4-2808-D64E-A73D-1D5F8AAB48C5}"/>
              </a:ext>
            </a:extLst>
          </p:cNvPr>
          <p:cNvSpPr/>
          <p:nvPr/>
        </p:nvSpPr>
        <p:spPr>
          <a:xfrm>
            <a:off x="6656984" y="1750514"/>
            <a:ext cx="834432" cy="1136915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E6F54E07-603F-D0F4-0728-C8BBB077AA3B}"/>
              </a:ext>
            </a:extLst>
          </p:cNvPr>
          <p:cNvSpPr/>
          <p:nvPr/>
        </p:nvSpPr>
        <p:spPr>
          <a:xfrm flipH="1">
            <a:off x="7406640" y="2250440"/>
            <a:ext cx="640080" cy="461665"/>
          </a:xfrm>
          <a:prstGeom prst="rightArrow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006" name="Page Number 6"/>
          <p:cNvSpPr txBox="1"/>
          <p:nvPr/>
        </p:nvSpPr>
        <p:spPr>
          <a:xfrm>
            <a:off x="8050000" y="4780000"/>
            <a:ext cx="900000" cy="28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/>
            <a:r>
              <a:rPr lang="pt-BR" sz="900">
                <a:solidFill>
                  <a:srgbClr val="808080"/>
                </a:solidFill>
                <a:latin typeface="Helvetica Neue"/>
              </a:rPr>
              <a:t>6 / 18</a:t>
            </a:r>
          </a:p>
        </p:txBody>
      </p:sp>
    </p:spTree>
    <p:extLst>
      <p:ext uri="{BB962C8B-B14F-4D97-AF65-F5344CB8AC3E}">
        <p14:creationId xmlns:p14="http://schemas.microsoft.com/office/powerpoint/2010/main" val="22570887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1">
          <a:extLst>
            <a:ext uri="{FF2B5EF4-FFF2-40B4-BE49-F238E27FC236}">
              <a16:creationId xmlns:a16="http://schemas.microsoft.com/office/drawing/2014/main" id="{01665B12-3651-C771-4897-76B49CEF00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928B4B1B-9154-22E7-2884-A9DCAE7A7F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016" y="1205391"/>
            <a:ext cx="7349968" cy="3950608"/>
          </a:xfrm>
          <a:prstGeom prst="rect">
            <a:avLst/>
          </a:prstGeom>
        </p:spPr>
      </p:pic>
      <p:sp>
        <p:nvSpPr>
          <p:cNvPr id="392" name="Google Shape;392;p41">
            <a:extLst>
              <a:ext uri="{FF2B5EF4-FFF2-40B4-BE49-F238E27FC236}">
                <a16:creationId xmlns:a16="http://schemas.microsoft.com/office/drawing/2014/main" id="{55F655E2-69B5-4723-70D0-0BF843D0118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17649" y="40025"/>
            <a:ext cx="7220001" cy="533100"/>
          </a:xfrm>
          <a:prstGeom prst="rect">
            <a:avLst/>
          </a:prstGeom>
        </p:spPr>
        <p:txBody>
          <a:bodyPr spcFirstLastPara="1" wrap="square" lIns="69850" tIns="34925" rIns="69850" bIns="34925" anchor="t" anchorCtr="0">
            <a:normAutofit/>
          </a:bodyPr>
          <a:lstStyle/>
          <a:p>
            <a:pPr lvl="0"/>
            <a:r>
              <a:rPr lang="en-US" dirty="0"/>
              <a:t>O </a:t>
            </a:r>
            <a:r>
              <a:rPr lang="en-US" dirty="0" err="1"/>
              <a:t>experimento</a:t>
            </a:r>
            <a:r>
              <a:rPr lang="en-US" dirty="0"/>
              <a:t>: </a:t>
            </a:r>
            <a:r>
              <a:rPr lang="en-US" dirty="0" err="1"/>
              <a:t>TicTacToe</a:t>
            </a:r>
            <a:r>
              <a:rPr lang="en-US" dirty="0"/>
              <a:t> - </a:t>
            </a:r>
            <a:r>
              <a:rPr lang="en-US" dirty="0" err="1"/>
              <a:t>Instruções</a:t>
            </a:r>
            <a:endParaRPr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F9EC22F-BAF0-27CC-64B5-E172ACD0E93C}"/>
              </a:ext>
            </a:extLst>
          </p:cNvPr>
          <p:cNvSpPr txBox="1"/>
          <p:nvPr/>
        </p:nvSpPr>
        <p:spPr>
          <a:xfrm>
            <a:off x="731520" y="753934"/>
            <a:ext cx="71475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lang="pt-BR" sz="1200" dirty="0">
                <a:solidFill>
                  <a:srgbClr val="1F2328"/>
                </a:solidFill>
                <a:latin typeface="Mona Sans VF"/>
              </a:rPr>
              <a:t>No díalogo Group Name, i</a:t>
            </a:r>
            <a:r>
              <a:rPr lang="pt-BR" sz="1200" b="0" i="0" dirty="0">
                <a:solidFill>
                  <a:srgbClr val="1F2328"/>
                </a:solidFill>
                <a:effectLst/>
                <a:latin typeface="Mona Sans VF"/>
              </a:rPr>
              <a:t>nforme OpenRouter e pressione &lt;Enter&gt;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6B4A538-00E9-1701-DBF8-2B9C1AF6E7B5}"/>
              </a:ext>
            </a:extLst>
          </p:cNvPr>
          <p:cNvSpPr/>
          <p:nvPr/>
        </p:nvSpPr>
        <p:spPr>
          <a:xfrm>
            <a:off x="3390544" y="1211742"/>
            <a:ext cx="2385416" cy="457808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007" name="Page Number 7"/>
          <p:cNvSpPr txBox="1"/>
          <p:nvPr/>
        </p:nvSpPr>
        <p:spPr>
          <a:xfrm>
            <a:off x="8050000" y="4780000"/>
            <a:ext cx="900000" cy="28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/>
            <a:r>
              <a:rPr lang="pt-BR" sz="900">
                <a:solidFill>
                  <a:srgbClr val="808080"/>
                </a:solidFill>
                <a:latin typeface="Helvetica Neue"/>
              </a:rPr>
              <a:t>7 / 18</a:t>
            </a:r>
          </a:p>
        </p:txBody>
      </p:sp>
    </p:spTree>
    <p:extLst>
      <p:ext uri="{BB962C8B-B14F-4D97-AF65-F5344CB8AC3E}">
        <p14:creationId xmlns:p14="http://schemas.microsoft.com/office/powerpoint/2010/main" val="31208799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1">
          <a:extLst>
            <a:ext uri="{FF2B5EF4-FFF2-40B4-BE49-F238E27FC236}">
              <a16:creationId xmlns:a16="http://schemas.microsoft.com/office/drawing/2014/main" id="{857C2A96-4D10-DE77-0819-2F67F5C2FF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BB1CABA-2E4D-4EBC-1B32-BD49AB819C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016" y="1190572"/>
            <a:ext cx="7349968" cy="3950608"/>
          </a:xfrm>
          <a:prstGeom prst="rect">
            <a:avLst/>
          </a:prstGeom>
        </p:spPr>
      </p:pic>
      <p:sp>
        <p:nvSpPr>
          <p:cNvPr id="392" name="Google Shape;392;p41">
            <a:extLst>
              <a:ext uri="{FF2B5EF4-FFF2-40B4-BE49-F238E27FC236}">
                <a16:creationId xmlns:a16="http://schemas.microsoft.com/office/drawing/2014/main" id="{C0BADD55-D9E4-6B89-1D14-CD42029CF7B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17649" y="40025"/>
            <a:ext cx="7220001" cy="533100"/>
          </a:xfrm>
          <a:prstGeom prst="rect">
            <a:avLst/>
          </a:prstGeom>
        </p:spPr>
        <p:txBody>
          <a:bodyPr spcFirstLastPara="1" wrap="square" lIns="69850" tIns="34925" rIns="69850" bIns="34925" anchor="t" anchorCtr="0">
            <a:normAutofit/>
          </a:bodyPr>
          <a:lstStyle/>
          <a:p>
            <a:pPr lvl="0"/>
            <a:r>
              <a:rPr lang="en-US" dirty="0"/>
              <a:t>O </a:t>
            </a:r>
            <a:r>
              <a:rPr lang="en-US" dirty="0" err="1"/>
              <a:t>experimento</a:t>
            </a:r>
            <a:r>
              <a:rPr lang="en-US" dirty="0"/>
              <a:t>: </a:t>
            </a:r>
            <a:r>
              <a:rPr lang="en-US" dirty="0" err="1"/>
              <a:t>TicTacToe</a:t>
            </a:r>
            <a:r>
              <a:rPr lang="en-US" dirty="0"/>
              <a:t> - </a:t>
            </a:r>
            <a:r>
              <a:rPr lang="en-US" dirty="0" err="1"/>
              <a:t>Instruções</a:t>
            </a:r>
            <a:endParaRPr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DAFDFAF-60D5-9826-D183-DD694E587157}"/>
              </a:ext>
            </a:extLst>
          </p:cNvPr>
          <p:cNvSpPr txBox="1"/>
          <p:nvPr/>
        </p:nvSpPr>
        <p:spPr>
          <a:xfrm>
            <a:off x="731520" y="753934"/>
            <a:ext cx="71475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lang="pt-BR" sz="1200" dirty="0">
                <a:solidFill>
                  <a:srgbClr val="1F2328"/>
                </a:solidFill>
                <a:latin typeface="Mona Sans VF"/>
              </a:rPr>
              <a:t>No díalogo OpenRouter API Key, i</a:t>
            </a:r>
            <a:r>
              <a:rPr lang="pt-BR" sz="1200" b="0" i="0" dirty="0">
                <a:solidFill>
                  <a:srgbClr val="1F2328"/>
                </a:solidFill>
                <a:effectLst/>
                <a:latin typeface="Mona Sans VF"/>
              </a:rPr>
              <a:t>nforme a chave* OpenRouter recebida por e-mail e pressione &lt;Enter &gt;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E4CDDF6-29FE-D66E-F15A-C602362D7011}"/>
              </a:ext>
            </a:extLst>
          </p:cNvPr>
          <p:cNvSpPr/>
          <p:nvPr/>
        </p:nvSpPr>
        <p:spPr>
          <a:xfrm>
            <a:off x="3390544" y="1211742"/>
            <a:ext cx="2385416" cy="457808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008" name="Page Number 8"/>
          <p:cNvSpPr txBox="1"/>
          <p:nvPr/>
        </p:nvSpPr>
        <p:spPr>
          <a:xfrm>
            <a:off x="8050000" y="4780000"/>
            <a:ext cx="900000" cy="28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/>
            <a:r>
              <a:rPr lang="pt-BR" sz="900">
                <a:solidFill>
                  <a:srgbClr val="808080"/>
                </a:solidFill>
                <a:latin typeface="Helvetica Neue"/>
              </a:rPr>
              <a:t>8 / 18</a:t>
            </a:r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FA3CABE1-B747-F58D-D02E-4560CEBDD233}"/>
              </a:ext>
            </a:extLst>
          </p:cNvPr>
          <p:cNvSpPr/>
          <p:nvPr/>
        </p:nvSpPr>
        <p:spPr>
          <a:xfrm flipH="1">
            <a:off x="5829123" y="1096203"/>
            <a:ext cx="1994113" cy="627895"/>
          </a:xfrm>
          <a:prstGeom prst="rightArrow">
            <a:avLst/>
          </a:prstGeom>
          <a:solidFill>
            <a:srgbClr val="FFFF00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04DD983-E824-A37B-CD33-A18BA648A460}"/>
              </a:ext>
            </a:extLst>
          </p:cNvPr>
          <p:cNvSpPr txBox="1"/>
          <p:nvPr/>
        </p:nvSpPr>
        <p:spPr>
          <a:xfrm>
            <a:off x="6055282" y="1302428"/>
            <a:ext cx="187068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*É a </a:t>
            </a:r>
            <a:r>
              <a:rPr lang="en-US" sz="800" dirty="0" err="1"/>
              <a:t>mesma</a:t>
            </a:r>
            <a:r>
              <a:rPr lang="en-US" sz="800" dirty="0"/>
              <a:t> </a:t>
            </a:r>
            <a:r>
              <a:rPr lang="en-US" sz="800" dirty="0" err="1"/>
              <a:t>chave</a:t>
            </a:r>
            <a:r>
              <a:rPr lang="en-US" sz="800" dirty="0"/>
              <a:t> do </a:t>
            </a:r>
            <a:r>
              <a:rPr lang="en-US" sz="800" dirty="0" err="1"/>
              <a:t>arquivo</a:t>
            </a:r>
            <a:r>
              <a:rPr lang="en-US" sz="800" dirty="0"/>
              <a:t> .env</a:t>
            </a:r>
            <a:endParaRPr lang="en-GB" sz="800" dirty="0"/>
          </a:p>
        </p:txBody>
      </p:sp>
    </p:spTree>
    <p:extLst>
      <p:ext uri="{BB962C8B-B14F-4D97-AF65-F5344CB8AC3E}">
        <p14:creationId xmlns:p14="http://schemas.microsoft.com/office/powerpoint/2010/main" val="23648187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1">
          <a:extLst>
            <a:ext uri="{FF2B5EF4-FFF2-40B4-BE49-F238E27FC236}">
              <a16:creationId xmlns:a16="http://schemas.microsoft.com/office/drawing/2014/main" id="{2DDD2EF1-ED20-F51E-5619-A6BE3BF475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C4023B97-C82B-4E0F-55D8-F113D76F40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016" y="1191634"/>
            <a:ext cx="7352309" cy="3951866"/>
          </a:xfrm>
          <a:prstGeom prst="rect">
            <a:avLst/>
          </a:prstGeom>
        </p:spPr>
      </p:pic>
      <p:sp>
        <p:nvSpPr>
          <p:cNvPr id="392" name="Google Shape;392;p41">
            <a:extLst>
              <a:ext uri="{FF2B5EF4-FFF2-40B4-BE49-F238E27FC236}">
                <a16:creationId xmlns:a16="http://schemas.microsoft.com/office/drawing/2014/main" id="{545E1D5F-1FD5-39DF-574D-33981AB6E6C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17649" y="40025"/>
            <a:ext cx="7220001" cy="533100"/>
          </a:xfrm>
          <a:prstGeom prst="rect">
            <a:avLst/>
          </a:prstGeom>
        </p:spPr>
        <p:txBody>
          <a:bodyPr spcFirstLastPara="1" wrap="square" lIns="69850" tIns="34925" rIns="69850" bIns="34925" anchor="t" anchorCtr="0">
            <a:normAutofit/>
          </a:bodyPr>
          <a:lstStyle/>
          <a:p>
            <a:pPr lvl="0"/>
            <a:r>
              <a:rPr lang="en-US" dirty="0"/>
              <a:t>O </a:t>
            </a:r>
            <a:r>
              <a:rPr lang="en-US" dirty="0" err="1"/>
              <a:t>experimento</a:t>
            </a:r>
            <a:r>
              <a:rPr lang="en-US" dirty="0"/>
              <a:t>: </a:t>
            </a:r>
            <a:r>
              <a:rPr lang="en-US" dirty="0" err="1"/>
              <a:t>TicTacToe</a:t>
            </a:r>
            <a:r>
              <a:rPr lang="en-US" dirty="0"/>
              <a:t> - </a:t>
            </a:r>
            <a:r>
              <a:rPr lang="en-US" dirty="0" err="1"/>
              <a:t>Instruções</a:t>
            </a:r>
            <a:endParaRPr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C325303-3568-5145-C5AF-59F0B8D5ECE0}"/>
              </a:ext>
            </a:extLst>
          </p:cNvPr>
          <p:cNvSpPr txBox="1"/>
          <p:nvPr/>
        </p:nvSpPr>
        <p:spPr>
          <a:xfrm>
            <a:off x="731520" y="753934"/>
            <a:ext cx="71475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lang="pt-BR" sz="1200" b="1" dirty="0">
                <a:solidFill>
                  <a:srgbClr val="1F2328"/>
                </a:solidFill>
                <a:latin typeface="Mona Sans VF"/>
              </a:rPr>
              <a:t>Para maior conveniência</a:t>
            </a:r>
            <a:r>
              <a:rPr lang="pt-BR" sz="1200" dirty="0">
                <a:solidFill>
                  <a:srgbClr val="1F2328"/>
                </a:solidFill>
                <a:latin typeface="Mona Sans VF"/>
              </a:rPr>
              <a:t>, pesquise por DeepSeek V4 Flash 0423, clique com o </a:t>
            </a:r>
            <a:r>
              <a:rPr lang="pt-BR" sz="1200" b="1" dirty="0">
                <a:solidFill>
                  <a:srgbClr val="1F2328"/>
                </a:solidFill>
                <a:latin typeface="Mona Sans VF"/>
              </a:rPr>
              <a:t>botão direito</a:t>
            </a:r>
            <a:r>
              <a:rPr lang="pt-BR" sz="1200" dirty="0">
                <a:solidFill>
                  <a:srgbClr val="1F2328"/>
                </a:solidFill>
                <a:latin typeface="Mona Sans VF"/>
              </a:rPr>
              <a:t> sobre o modelo e selecione </a:t>
            </a:r>
            <a:r>
              <a:rPr lang="pt-BR" sz="1200" b="1" dirty="0">
                <a:solidFill>
                  <a:srgbClr val="1F2328"/>
                </a:solidFill>
                <a:latin typeface="Mona Sans VF"/>
              </a:rPr>
              <a:t>Pin Model</a:t>
            </a:r>
            <a:endParaRPr lang="pt-BR" sz="1200" b="1" i="0" dirty="0">
              <a:solidFill>
                <a:srgbClr val="1F2328"/>
              </a:solidFill>
              <a:effectLst/>
              <a:latin typeface="Mona Sans VF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5C04B59-30C4-23C6-E39C-5C2EC2B6D868}"/>
              </a:ext>
            </a:extLst>
          </p:cNvPr>
          <p:cNvSpPr/>
          <p:nvPr/>
        </p:nvSpPr>
        <p:spPr>
          <a:xfrm>
            <a:off x="1723303" y="1732190"/>
            <a:ext cx="607782" cy="135596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14EB6A5-4537-2F5E-F449-98FA1D9BDB06}"/>
              </a:ext>
            </a:extLst>
          </p:cNvPr>
          <p:cNvSpPr/>
          <p:nvPr/>
        </p:nvSpPr>
        <p:spPr>
          <a:xfrm>
            <a:off x="2639862" y="2218668"/>
            <a:ext cx="391205" cy="113899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009" name="Page Number 9"/>
          <p:cNvSpPr txBox="1"/>
          <p:nvPr/>
        </p:nvSpPr>
        <p:spPr>
          <a:xfrm>
            <a:off x="8050000" y="4780000"/>
            <a:ext cx="900000" cy="28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/>
            <a:r>
              <a:rPr lang="pt-BR" sz="900">
                <a:solidFill>
                  <a:srgbClr val="808080"/>
                </a:solidFill>
                <a:latin typeface="Helvetica Neue"/>
              </a:rPr>
              <a:t>9 / 18</a:t>
            </a:r>
          </a:p>
        </p:txBody>
      </p:sp>
    </p:spTree>
    <p:extLst>
      <p:ext uri="{BB962C8B-B14F-4D97-AF65-F5344CB8AC3E}">
        <p14:creationId xmlns:p14="http://schemas.microsoft.com/office/powerpoint/2010/main" val="20014223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1">
          <a:extLst>
            <a:ext uri="{FF2B5EF4-FFF2-40B4-BE49-F238E27FC236}">
              <a16:creationId xmlns:a16="http://schemas.microsoft.com/office/drawing/2014/main" id="{CA3D5BCF-AF72-5044-D24A-3F8E1CD234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38AD6C7-93C2-7D98-E2FD-AE90D270F2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016" y="1190574"/>
            <a:ext cx="7354281" cy="3952926"/>
          </a:xfrm>
          <a:prstGeom prst="rect">
            <a:avLst/>
          </a:prstGeom>
        </p:spPr>
      </p:pic>
      <p:sp>
        <p:nvSpPr>
          <p:cNvPr id="392" name="Google Shape;392;p41">
            <a:extLst>
              <a:ext uri="{FF2B5EF4-FFF2-40B4-BE49-F238E27FC236}">
                <a16:creationId xmlns:a16="http://schemas.microsoft.com/office/drawing/2014/main" id="{F099BF3D-0F65-AEAD-895A-3C9FA3B0BE1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17649" y="40025"/>
            <a:ext cx="7220001" cy="533100"/>
          </a:xfrm>
          <a:prstGeom prst="rect">
            <a:avLst/>
          </a:prstGeom>
        </p:spPr>
        <p:txBody>
          <a:bodyPr spcFirstLastPara="1" wrap="square" lIns="69850" tIns="34925" rIns="69850" bIns="34925" anchor="t" anchorCtr="0">
            <a:normAutofit/>
          </a:bodyPr>
          <a:lstStyle/>
          <a:p>
            <a:pPr lvl="0"/>
            <a:r>
              <a:rPr lang="en-US" dirty="0"/>
              <a:t>O </a:t>
            </a:r>
            <a:r>
              <a:rPr lang="en-US" dirty="0" err="1"/>
              <a:t>experimento</a:t>
            </a:r>
            <a:r>
              <a:rPr lang="en-US" dirty="0"/>
              <a:t>: </a:t>
            </a:r>
            <a:r>
              <a:rPr lang="en-US" dirty="0" err="1"/>
              <a:t>TicTacToe</a:t>
            </a:r>
            <a:r>
              <a:rPr lang="en-US" dirty="0"/>
              <a:t> - </a:t>
            </a:r>
            <a:r>
              <a:rPr lang="en-US" dirty="0" err="1"/>
              <a:t>Instruções</a:t>
            </a:r>
            <a:endParaRPr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3DEA52C-7FD0-952E-6BD0-E0128EA2265B}"/>
              </a:ext>
            </a:extLst>
          </p:cNvPr>
          <p:cNvSpPr txBox="1"/>
          <p:nvPr/>
        </p:nvSpPr>
        <p:spPr>
          <a:xfrm>
            <a:off x="731520" y="753934"/>
            <a:ext cx="71475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lang="pt-BR" sz="1200" dirty="0">
                <a:solidFill>
                  <a:srgbClr val="1F2328"/>
                </a:solidFill>
                <a:latin typeface="Mona Sans VF"/>
              </a:rPr>
              <a:t>Feche o diálogo e selecione o modelo na lista de modelos</a:t>
            </a:r>
            <a:endParaRPr lang="pt-BR" sz="1200" i="0" dirty="0">
              <a:solidFill>
                <a:srgbClr val="1F2328"/>
              </a:solidFill>
              <a:effectLst/>
              <a:latin typeface="Mona Sans VF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DA2EA92-30E5-74C2-6166-FC333B41BA15}"/>
              </a:ext>
            </a:extLst>
          </p:cNvPr>
          <p:cNvSpPr/>
          <p:nvPr/>
        </p:nvSpPr>
        <p:spPr>
          <a:xfrm>
            <a:off x="6553780" y="3363686"/>
            <a:ext cx="1606284" cy="1594238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7317379F-3014-F913-E230-CA81DCFDC4DC}"/>
              </a:ext>
            </a:extLst>
          </p:cNvPr>
          <p:cNvSpPr/>
          <p:nvPr/>
        </p:nvSpPr>
        <p:spPr>
          <a:xfrm flipH="1">
            <a:off x="8160064" y="3993673"/>
            <a:ext cx="640080" cy="461665"/>
          </a:xfrm>
          <a:prstGeom prst="rightArrow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010" name="Page Number 10"/>
          <p:cNvSpPr txBox="1"/>
          <p:nvPr/>
        </p:nvSpPr>
        <p:spPr>
          <a:xfrm>
            <a:off x="8050000" y="4780000"/>
            <a:ext cx="900000" cy="28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/>
            <a:r>
              <a:rPr lang="pt-BR" sz="900">
                <a:solidFill>
                  <a:srgbClr val="808080"/>
                </a:solidFill>
                <a:latin typeface="Helvetica Neue"/>
              </a:rPr>
              <a:t>10 / 18</a:t>
            </a:r>
          </a:p>
        </p:txBody>
      </p:sp>
    </p:spTree>
    <p:extLst>
      <p:ext uri="{BB962C8B-B14F-4D97-AF65-F5344CB8AC3E}">
        <p14:creationId xmlns:p14="http://schemas.microsoft.com/office/powerpoint/2010/main" val="15595034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1">
          <a:extLst>
            <a:ext uri="{FF2B5EF4-FFF2-40B4-BE49-F238E27FC236}">
              <a16:creationId xmlns:a16="http://schemas.microsoft.com/office/drawing/2014/main" id="{BBFA5461-C483-2A8C-E53E-6BE68E334D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AEB62A5-36B2-81D6-CD52-A95086D810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016" y="1190574"/>
            <a:ext cx="7349968" cy="3950608"/>
          </a:xfrm>
          <a:prstGeom prst="rect">
            <a:avLst/>
          </a:prstGeom>
        </p:spPr>
      </p:pic>
      <p:sp>
        <p:nvSpPr>
          <p:cNvPr id="392" name="Google Shape;392;p41">
            <a:extLst>
              <a:ext uri="{FF2B5EF4-FFF2-40B4-BE49-F238E27FC236}">
                <a16:creationId xmlns:a16="http://schemas.microsoft.com/office/drawing/2014/main" id="{3C15D577-8741-8B36-E06F-7056754614C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17649" y="40025"/>
            <a:ext cx="7220001" cy="533100"/>
          </a:xfrm>
          <a:prstGeom prst="rect">
            <a:avLst/>
          </a:prstGeom>
        </p:spPr>
        <p:txBody>
          <a:bodyPr spcFirstLastPara="1" wrap="square" lIns="69850" tIns="34925" rIns="69850" bIns="34925" anchor="t" anchorCtr="0">
            <a:normAutofit/>
          </a:bodyPr>
          <a:lstStyle/>
          <a:p>
            <a:pPr lvl="0"/>
            <a:r>
              <a:rPr lang="en-US" dirty="0"/>
              <a:t>O </a:t>
            </a:r>
            <a:r>
              <a:rPr lang="en-US" dirty="0" err="1"/>
              <a:t>experimento</a:t>
            </a:r>
            <a:r>
              <a:rPr lang="en-US" dirty="0"/>
              <a:t>: </a:t>
            </a:r>
            <a:r>
              <a:rPr lang="en-US" dirty="0" err="1"/>
              <a:t>TicTacToe</a:t>
            </a:r>
            <a:r>
              <a:rPr lang="en-US" dirty="0"/>
              <a:t> - </a:t>
            </a:r>
            <a:r>
              <a:rPr lang="en-US" dirty="0" err="1"/>
              <a:t>Instruções</a:t>
            </a:r>
            <a:endParaRPr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4C7562D-4510-9764-221D-85B46C4512B3}"/>
              </a:ext>
            </a:extLst>
          </p:cNvPr>
          <p:cNvSpPr txBox="1"/>
          <p:nvPr/>
        </p:nvSpPr>
        <p:spPr>
          <a:xfrm>
            <a:off x="731520" y="753934"/>
            <a:ext cx="71475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lang="pt-BR" sz="1200" dirty="0">
                <a:solidFill>
                  <a:srgbClr val="1F2328"/>
                </a:solidFill>
                <a:latin typeface="Mona Sans VF"/>
              </a:rPr>
              <a:t>Você deve operar em modo "Agent" e, preferencialmente habilitar "Auto Pilot" nas permissões de ação do Agente (ele vai pedir muitas confirmações durante o processo se você não permitir)</a:t>
            </a:r>
            <a:endParaRPr lang="pt-BR" sz="1200" i="0" dirty="0">
              <a:solidFill>
                <a:srgbClr val="1F2328"/>
              </a:solidFill>
              <a:effectLst/>
              <a:latin typeface="Mona Sans VF"/>
            </a:endParaRPr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C4364147-6374-F52A-87B2-AFF4812B59C7}"/>
              </a:ext>
            </a:extLst>
          </p:cNvPr>
          <p:cNvSpPr/>
          <p:nvPr/>
        </p:nvSpPr>
        <p:spPr>
          <a:xfrm flipH="1">
            <a:off x="6988380" y="4909250"/>
            <a:ext cx="213595" cy="194225"/>
          </a:xfrm>
          <a:prstGeom prst="rightArrow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397FCC05-C979-0BC9-50FA-0ECD955BEC94}"/>
              </a:ext>
            </a:extLst>
          </p:cNvPr>
          <p:cNvSpPr/>
          <p:nvPr/>
        </p:nvSpPr>
        <p:spPr>
          <a:xfrm rot="10800000" flipH="1">
            <a:off x="6122076" y="4780028"/>
            <a:ext cx="213595" cy="194225"/>
          </a:xfrm>
          <a:prstGeom prst="rightArrow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0E580BE-6C6D-5C6E-4FD7-24253AE6D705}"/>
              </a:ext>
            </a:extLst>
          </p:cNvPr>
          <p:cNvSpPr/>
          <p:nvPr/>
        </p:nvSpPr>
        <p:spPr>
          <a:xfrm>
            <a:off x="6170750" y="4519847"/>
            <a:ext cx="2048420" cy="583627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011" name="Page Number 11"/>
          <p:cNvSpPr txBox="1"/>
          <p:nvPr/>
        </p:nvSpPr>
        <p:spPr>
          <a:xfrm>
            <a:off x="8050000" y="4780000"/>
            <a:ext cx="900000" cy="28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/>
            <a:r>
              <a:rPr lang="pt-BR" sz="900">
                <a:solidFill>
                  <a:srgbClr val="808080"/>
                </a:solidFill>
                <a:latin typeface="Helvetica Neue"/>
              </a:rPr>
              <a:t>11 / 18</a:t>
            </a:r>
          </a:p>
        </p:txBody>
      </p:sp>
    </p:spTree>
    <p:extLst>
      <p:ext uri="{BB962C8B-B14F-4D97-AF65-F5344CB8AC3E}">
        <p14:creationId xmlns:p14="http://schemas.microsoft.com/office/powerpoint/2010/main" val="15207440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1">
          <a:extLst>
            <a:ext uri="{FF2B5EF4-FFF2-40B4-BE49-F238E27FC236}">
              <a16:creationId xmlns:a16="http://schemas.microsoft.com/office/drawing/2014/main" id="{3BADABB6-0DB8-E1AD-73E7-6C322CDB16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49C675E-AEF7-05B6-3719-AD3FAD1258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641730"/>
            <a:ext cx="7467600" cy="4013835"/>
          </a:xfrm>
          <a:prstGeom prst="rect">
            <a:avLst/>
          </a:prstGeom>
        </p:spPr>
      </p:pic>
      <p:sp>
        <p:nvSpPr>
          <p:cNvPr id="392" name="Google Shape;392;p41">
            <a:extLst>
              <a:ext uri="{FF2B5EF4-FFF2-40B4-BE49-F238E27FC236}">
                <a16:creationId xmlns:a16="http://schemas.microsoft.com/office/drawing/2014/main" id="{8E8406D4-117A-9419-3621-C738B7C06FE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17649" y="40025"/>
            <a:ext cx="7220001" cy="533100"/>
          </a:xfrm>
          <a:prstGeom prst="rect">
            <a:avLst/>
          </a:prstGeom>
        </p:spPr>
        <p:txBody>
          <a:bodyPr spcFirstLastPara="1" wrap="square" lIns="69850" tIns="34925" rIns="69850" bIns="34925" anchor="t" anchorCtr="0">
            <a:normAutofit/>
          </a:bodyPr>
          <a:lstStyle/>
          <a:p>
            <a:pPr lvl="0"/>
            <a:r>
              <a:rPr lang="en-US" dirty="0"/>
              <a:t>O </a:t>
            </a:r>
            <a:r>
              <a:rPr lang="en-US" dirty="0" err="1"/>
              <a:t>experimento</a:t>
            </a:r>
            <a:r>
              <a:rPr lang="en-US" dirty="0"/>
              <a:t>: </a:t>
            </a:r>
            <a:r>
              <a:rPr lang="en-US" dirty="0" err="1"/>
              <a:t>TicTacToe</a:t>
            </a:r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90AB356-A848-4113-E0D1-F6F1984488CE}"/>
              </a:ext>
            </a:extLst>
          </p:cNvPr>
          <p:cNvSpPr txBox="1"/>
          <p:nvPr/>
        </p:nvSpPr>
        <p:spPr>
          <a:xfrm>
            <a:off x="4447552" y="4753562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hlinkClick r:id="rId4"/>
              </a:rPr>
              <a:t>https://github.com/IsabelaYabe/tictactoe_activity_ai</a:t>
            </a:r>
            <a:endParaRPr lang="en-GB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1E45327-5832-674B-014F-7DEB2CE30971}"/>
              </a:ext>
            </a:extLst>
          </p:cNvPr>
          <p:cNvSpPr/>
          <p:nvPr/>
        </p:nvSpPr>
        <p:spPr>
          <a:xfrm>
            <a:off x="5494020" y="1348740"/>
            <a:ext cx="595630" cy="251460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071203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1">
          <a:extLst>
            <a:ext uri="{FF2B5EF4-FFF2-40B4-BE49-F238E27FC236}">
              <a16:creationId xmlns:a16="http://schemas.microsoft.com/office/drawing/2014/main" id="{C821203B-07C1-CEE1-C9E2-E07D6B8DB1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BDA9E17-6C2C-C1CE-2D9A-252D42B3B2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6433" y="678878"/>
            <a:ext cx="4551134" cy="393954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92" name="Google Shape;392;p41">
            <a:extLst>
              <a:ext uri="{FF2B5EF4-FFF2-40B4-BE49-F238E27FC236}">
                <a16:creationId xmlns:a16="http://schemas.microsoft.com/office/drawing/2014/main" id="{79B4BB56-F43A-A6AA-F988-6A8DC704091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17649" y="40025"/>
            <a:ext cx="7220001" cy="533100"/>
          </a:xfrm>
          <a:prstGeom prst="rect">
            <a:avLst/>
          </a:prstGeom>
        </p:spPr>
        <p:txBody>
          <a:bodyPr spcFirstLastPara="1" wrap="square" lIns="69850" tIns="34925" rIns="69850" bIns="34925" anchor="t" anchorCtr="0">
            <a:normAutofit/>
          </a:bodyPr>
          <a:lstStyle/>
          <a:p>
            <a:pPr lvl="0"/>
            <a:r>
              <a:rPr lang="en-US" dirty="0"/>
              <a:t>O </a:t>
            </a:r>
            <a:r>
              <a:rPr lang="en-US" dirty="0" err="1"/>
              <a:t>experimento</a:t>
            </a:r>
            <a:r>
              <a:rPr lang="en-US" dirty="0"/>
              <a:t>: </a:t>
            </a:r>
            <a:r>
              <a:rPr lang="en-US" dirty="0" err="1"/>
              <a:t>TicTacToe</a:t>
            </a:r>
            <a:r>
              <a:rPr lang="en-US" dirty="0"/>
              <a:t> - </a:t>
            </a:r>
            <a:r>
              <a:rPr lang="en-US" dirty="0" err="1"/>
              <a:t>Instruções</a:t>
            </a:r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D466ACB-B9C2-A45F-0E67-16CD0E7E93E6}"/>
              </a:ext>
            </a:extLst>
          </p:cNvPr>
          <p:cNvSpPr txBox="1"/>
          <p:nvPr/>
        </p:nvSpPr>
        <p:spPr>
          <a:xfrm>
            <a:off x="2296433" y="4724171"/>
            <a:ext cx="663420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hlinkClick r:id="rId4"/>
              </a:rPr>
              <a:t>https://github.com/IsabelaYabe/tictactoe_activity_ai/blob/master/README.md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70379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1">
          <a:extLst>
            <a:ext uri="{FF2B5EF4-FFF2-40B4-BE49-F238E27FC236}">
              <a16:creationId xmlns:a16="http://schemas.microsoft.com/office/drawing/2014/main" id="{0EC396E9-80F8-B9C8-B43B-8CD917ED5F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41">
            <a:extLst>
              <a:ext uri="{FF2B5EF4-FFF2-40B4-BE49-F238E27FC236}">
                <a16:creationId xmlns:a16="http://schemas.microsoft.com/office/drawing/2014/main" id="{A389815D-2532-2C12-C5AE-219880288EB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17649" y="40025"/>
            <a:ext cx="7220001" cy="533100"/>
          </a:xfrm>
          <a:prstGeom prst="rect">
            <a:avLst/>
          </a:prstGeom>
        </p:spPr>
        <p:txBody>
          <a:bodyPr spcFirstLastPara="1" wrap="square" lIns="69850" tIns="34925" rIns="69850" bIns="34925" anchor="t" anchorCtr="0">
            <a:normAutofit/>
          </a:bodyPr>
          <a:lstStyle/>
          <a:p>
            <a:pPr lvl="0"/>
            <a:r>
              <a:rPr lang="en-US" dirty="0"/>
              <a:t>O </a:t>
            </a:r>
            <a:r>
              <a:rPr lang="en-US" dirty="0" err="1"/>
              <a:t>experimento</a:t>
            </a:r>
            <a:r>
              <a:rPr lang="en-US" dirty="0"/>
              <a:t>: </a:t>
            </a:r>
            <a:r>
              <a:rPr lang="en-US" dirty="0" err="1"/>
              <a:t>TicTacToe</a:t>
            </a:r>
            <a:r>
              <a:rPr lang="en-US" dirty="0"/>
              <a:t> - </a:t>
            </a:r>
            <a:r>
              <a:rPr lang="en-US" dirty="0" err="1"/>
              <a:t>Instruções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3373914-DF84-5F52-841A-2F841778B08B}"/>
              </a:ext>
            </a:extLst>
          </p:cNvPr>
          <p:cNvSpPr txBox="1"/>
          <p:nvPr/>
        </p:nvSpPr>
        <p:spPr>
          <a:xfrm>
            <a:off x="4405097" y="4733968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hlinkClick r:id="rId3"/>
              </a:rPr>
              <a:t>https://github.com/IsabelaYabe/tictactoe_activity_ai</a:t>
            </a:r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ABD14FF-05B2-4320-CCFC-0B0811F68E3D}"/>
              </a:ext>
            </a:extLst>
          </p:cNvPr>
          <p:cNvSpPr txBox="1"/>
          <p:nvPr/>
        </p:nvSpPr>
        <p:spPr>
          <a:xfrm>
            <a:off x="731520" y="753934"/>
            <a:ext cx="7147560" cy="22159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buNone/>
            </a:pPr>
            <a:r>
              <a:rPr lang="pt-BR" b="0" i="0" dirty="0">
                <a:solidFill>
                  <a:srgbClr val="1F2328"/>
                </a:solidFill>
                <a:effectLst/>
                <a:latin typeface="Mona Sans VF"/>
              </a:rPr>
              <a:t>Para iniciar o trabalho, você deve criar a sua própria versão (fork) do repositório base e configurar o upstream:</a:t>
            </a:r>
          </a:p>
          <a:p>
            <a:pPr algn="l">
              <a:spcAft>
                <a:spcPts val="1200"/>
              </a:spcAft>
              <a:buFont typeface="+mj-lt"/>
              <a:buAutoNum type="arabicPeriod"/>
            </a:pPr>
            <a:r>
              <a:rPr lang="pt-BR" b="0" i="0" dirty="0">
                <a:solidFill>
                  <a:srgbClr val="1F2328"/>
                </a:solidFill>
                <a:effectLst/>
                <a:latin typeface="Mona Sans VF"/>
              </a:rPr>
              <a:t>Acesse o repositório original e clique no botão </a:t>
            </a:r>
            <a:r>
              <a:rPr lang="pt-BR" b="1" i="0" dirty="0">
                <a:solidFill>
                  <a:srgbClr val="1F2328"/>
                </a:solidFill>
                <a:effectLst/>
                <a:latin typeface="Mona Sans VF"/>
              </a:rPr>
              <a:t>Fork</a:t>
            </a:r>
            <a:r>
              <a:rPr lang="pt-BR" b="0" i="0" dirty="0">
                <a:solidFill>
                  <a:srgbClr val="1F2328"/>
                </a:solidFill>
                <a:effectLst/>
                <a:latin typeface="Mona Sans VF"/>
              </a:rPr>
              <a:t>: </a:t>
            </a:r>
            <a:r>
              <a:rPr lang="pt-BR" b="0" i="0" u="sng" dirty="0">
                <a:solidFill>
                  <a:srgbClr val="0969DA"/>
                </a:solidFill>
                <a:effectLst/>
                <a:latin typeface="Mona Sans VF"/>
                <a:hlinkClick r:id="rId3"/>
              </a:rPr>
              <a:t>https://github.com/IsabelaYabe/tictactoe_activity_ai</a:t>
            </a:r>
            <a:endParaRPr lang="pt-BR" b="0" i="0" dirty="0">
              <a:solidFill>
                <a:srgbClr val="1F2328"/>
              </a:solidFill>
              <a:effectLst/>
              <a:latin typeface="Mona Sans VF"/>
            </a:endParaRPr>
          </a:p>
          <a:p>
            <a:pPr algn="l">
              <a:spcAft>
                <a:spcPts val="1200"/>
              </a:spcAft>
              <a:buFont typeface="+mj-lt"/>
              <a:buAutoNum type="arabicPeriod"/>
            </a:pPr>
            <a:r>
              <a:rPr lang="pt-BR" b="0" i="0" dirty="0">
                <a:solidFill>
                  <a:srgbClr val="1F2328"/>
                </a:solidFill>
                <a:effectLst/>
                <a:latin typeface="Mona Sans VF"/>
              </a:rPr>
              <a:t>Clone o repositório "forkado" para o seu ambiente local:</a:t>
            </a:r>
          </a:p>
          <a:p>
            <a:pPr algn="l">
              <a:spcAft>
                <a:spcPts val="1200"/>
              </a:spcAft>
              <a:buFont typeface="+mj-lt"/>
              <a:buAutoNum type="arabicPeriod"/>
            </a:pPr>
            <a:endParaRPr lang="pt-BR" b="0" i="0" dirty="0">
              <a:solidFill>
                <a:srgbClr val="1F2328"/>
              </a:solidFill>
              <a:effectLst/>
              <a:latin typeface="Mona Sans VF"/>
            </a:endParaRPr>
          </a:p>
          <a:p>
            <a:pPr algn="l" latinLnBrk="0">
              <a:spcAft>
                <a:spcPts val="1200"/>
              </a:spcAft>
            </a:pPr>
            <a:endParaRPr lang="pt-BR" b="0" i="0" dirty="0">
              <a:solidFill>
                <a:srgbClr val="1F2328"/>
              </a:solidFill>
              <a:effectLst/>
              <a:highlight>
                <a:srgbClr val="C0C0C0"/>
              </a:highlight>
              <a:latin typeface="Consolas" panose="020B060902020403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0593D17-E283-E080-D68E-FFCEA50DDDB5}"/>
              </a:ext>
            </a:extLst>
          </p:cNvPr>
          <p:cNvSpPr txBox="1"/>
          <p:nvPr/>
        </p:nvSpPr>
        <p:spPr>
          <a:xfrm>
            <a:off x="464820" y="2381292"/>
            <a:ext cx="7564754" cy="110799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 latinLnBrk="0">
              <a:spcAft>
                <a:spcPts val="1200"/>
              </a:spcAft>
            </a:pPr>
            <a:r>
              <a:rPr lang="pt-BR" b="0" i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git clone https://github.com/SEU_USUARIO/tictactoe_</a:t>
            </a:r>
            <a:r>
              <a:rPr lang="pt-BR" dirty="0">
                <a:solidFill>
                  <a:schemeClr val="bg1"/>
                </a:solidFill>
                <a:latin typeface="Consolas" panose="020B0609020204030204" pitchFamily="49" charset="0"/>
              </a:rPr>
              <a:t>activity_ai</a:t>
            </a:r>
            <a:r>
              <a:rPr lang="pt-BR" b="0" i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.git</a:t>
            </a:r>
            <a:br>
              <a:rPr lang="pt-BR" b="0" i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</a:br>
            <a:br>
              <a:rPr lang="pt-BR" b="0" i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</a:br>
            <a:r>
              <a:rPr lang="pt-BR" b="0" i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cd tictactoe_activity_ai</a:t>
            </a:r>
          </a:p>
          <a:p>
            <a:pPr algn="l" latinLnBrk="0">
              <a:spcAft>
                <a:spcPts val="1200"/>
              </a:spcAft>
            </a:pPr>
            <a:r>
              <a:rPr lang="pt-BR" dirty="0">
                <a:solidFill>
                  <a:schemeClr val="bg1"/>
                </a:solidFill>
                <a:latin typeface="Consolas" panose="020B0609020204030204" pitchFamily="49" charset="0"/>
              </a:rPr>
              <a:t>code .</a:t>
            </a:r>
          </a:p>
        </p:txBody>
      </p:sp>
    </p:spTree>
    <p:extLst>
      <p:ext uri="{BB962C8B-B14F-4D97-AF65-F5344CB8AC3E}">
        <p14:creationId xmlns:p14="http://schemas.microsoft.com/office/powerpoint/2010/main" val="42785808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1">
          <a:extLst>
            <a:ext uri="{FF2B5EF4-FFF2-40B4-BE49-F238E27FC236}">
              <a16:creationId xmlns:a16="http://schemas.microsoft.com/office/drawing/2014/main" id="{FFA8B779-5C91-1F30-351A-33778514C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41">
            <a:extLst>
              <a:ext uri="{FF2B5EF4-FFF2-40B4-BE49-F238E27FC236}">
                <a16:creationId xmlns:a16="http://schemas.microsoft.com/office/drawing/2014/main" id="{51E2D00D-4139-6C32-1061-7E5C6A8BCF5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17649" y="40025"/>
            <a:ext cx="7220001" cy="533100"/>
          </a:xfrm>
          <a:prstGeom prst="rect">
            <a:avLst/>
          </a:prstGeom>
        </p:spPr>
        <p:txBody>
          <a:bodyPr spcFirstLastPara="1" wrap="square" lIns="69850" tIns="34925" rIns="69850" bIns="34925" anchor="t" anchorCtr="0">
            <a:normAutofit/>
          </a:bodyPr>
          <a:lstStyle/>
          <a:p>
            <a:pPr lvl="0"/>
            <a:r>
              <a:rPr lang="en-US" dirty="0"/>
              <a:t>O </a:t>
            </a:r>
            <a:r>
              <a:rPr lang="en-US" dirty="0" err="1"/>
              <a:t>experimento</a:t>
            </a:r>
            <a:r>
              <a:rPr lang="en-US" dirty="0"/>
              <a:t>: </a:t>
            </a:r>
            <a:r>
              <a:rPr lang="en-US" dirty="0" err="1"/>
              <a:t>TicTacToe</a:t>
            </a:r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CC919DA-43BE-EB60-8DEA-A2960917819A}"/>
              </a:ext>
            </a:extLst>
          </p:cNvPr>
          <p:cNvSpPr txBox="1"/>
          <p:nvPr/>
        </p:nvSpPr>
        <p:spPr>
          <a:xfrm>
            <a:off x="4303861" y="4753562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hlinkClick r:id="rId3"/>
              </a:rPr>
              <a:t>https://github.com/IsabelaYabe/tictactoe_activity_ai</a:t>
            </a:r>
            <a:endParaRPr lang="en-GB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F379A99-C85D-D3B5-9D22-B52812592D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43550" y="594903"/>
            <a:ext cx="4474867" cy="4107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33543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1">
          <a:extLst>
            <a:ext uri="{FF2B5EF4-FFF2-40B4-BE49-F238E27FC236}">
              <a16:creationId xmlns:a16="http://schemas.microsoft.com/office/drawing/2014/main" id="{A3A18840-AA62-EB45-29D7-291E28D469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41">
            <a:extLst>
              <a:ext uri="{FF2B5EF4-FFF2-40B4-BE49-F238E27FC236}">
                <a16:creationId xmlns:a16="http://schemas.microsoft.com/office/drawing/2014/main" id="{C232E784-A778-03FF-98A5-E63151C5A10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17649" y="40025"/>
            <a:ext cx="7220001" cy="533100"/>
          </a:xfrm>
          <a:prstGeom prst="rect">
            <a:avLst/>
          </a:prstGeom>
        </p:spPr>
        <p:txBody>
          <a:bodyPr spcFirstLastPara="1" wrap="square" lIns="69850" tIns="34925" rIns="69850" bIns="34925" anchor="t" anchorCtr="0">
            <a:normAutofit/>
          </a:bodyPr>
          <a:lstStyle/>
          <a:p>
            <a:pPr lvl="0"/>
            <a:r>
              <a:rPr lang="en-US" dirty="0"/>
              <a:t>O </a:t>
            </a:r>
            <a:r>
              <a:rPr lang="en-US" dirty="0" err="1"/>
              <a:t>experimento</a:t>
            </a:r>
            <a:r>
              <a:rPr lang="en-US" dirty="0"/>
              <a:t>: </a:t>
            </a:r>
            <a:r>
              <a:rPr lang="en-US" dirty="0" err="1"/>
              <a:t>TicTacToe</a:t>
            </a:r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2174DEE-9D2D-F371-630F-6A39FE4BCB00}"/>
              </a:ext>
            </a:extLst>
          </p:cNvPr>
          <p:cNvSpPr txBox="1"/>
          <p:nvPr/>
        </p:nvSpPr>
        <p:spPr>
          <a:xfrm>
            <a:off x="3105150" y="4724171"/>
            <a:ext cx="54388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 </a:t>
            </a:r>
            <a:r>
              <a:rPr lang="en-US" dirty="0" err="1"/>
              <a:t>aplicação</a:t>
            </a:r>
            <a:r>
              <a:rPr lang="en-US" dirty="0"/>
              <a:t> </a:t>
            </a:r>
            <a:r>
              <a:rPr lang="en-US" dirty="0" err="1"/>
              <a:t>pode</a:t>
            </a:r>
            <a:r>
              <a:rPr lang="en-US" dirty="0"/>
              <a:t> ser </a:t>
            </a:r>
            <a:r>
              <a:rPr lang="en-US" dirty="0" err="1"/>
              <a:t>rodada</a:t>
            </a:r>
            <a:r>
              <a:rPr lang="en-US" dirty="0"/>
              <a:t> </a:t>
            </a:r>
            <a:r>
              <a:rPr lang="en-US" dirty="0" err="1"/>
              <a:t>diretamente</a:t>
            </a:r>
            <a:r>
              <a:rPr lang="en-US" dirty="0"/>
              <a:t> do </a:t>
            </a:r>
            <a:r>
              <a:rPr lang="en-US" dirty="0" err="1"/>
              <a:t>arquivo</a:t>
            </a:r>
            <a:r>
              <a:rPr lang="en-US" dirty="0"/>
              <a:t> index.html</a:t>
            </a:r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3398678-9954-1789-D8D9-A3BBE17D4E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1999" y="662921"/>
            <a:ext cx="7220001" cy="4061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10639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1">
          <a:extLst>
            <a:ext uri="{FF2B5EF4-FFF2-40B4-BE49-F238E27FC236}">
              <a16:creationId xmlns:a16="http://schemas.microsoft.com/office/drawing/2014/main" id="{32D6464D-DCFF-C288-8B8E-7CD832EEE9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41">
            <a:extLst>
              <a:ext uri="{FF2B5EF4-FFF2-40B4-BE49-F238E27FC236}">
                <a16:creationId xmlns:a16="http://schemas.microsoft.com/office/drawing/2014/main" id="{5DB1EDF7-8D26-F2F8-2730-1C2C69F6260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17649" y="40025"/>
            <a:ext cx="7220001" cy="533100"/>
          </a:xfrm>
          <a:prstGeom prst="rect">
            <a:avLst/>
          </a:prstGeom>
        </p:spPr>
        <p:txBody>
          <a:bodyPr spcFirstLastPara="1" wrap="square" lIns="69850" tIns="34925" rIns="69850" bIns="34925" anchor="t" anchorCtr="0">
            <a:normAutofit/>
          </a:bodyPr>
          <a:lstStyle/>
          <a:p>
            <a:pPr lvl="0"/>
            <a:r>
              <a:rPr lang="en-US" dirty="0"/>
              <a:t>O </a:t>
            </a:r>
            <a:r>
              <a:rPr lang="en-US" dirty="0" err="1"/>
              <a:t>experimento</a:t>
            </a:r>
            <a:r>
              <a:rPr lang="en-US" dirty="0"/>
              <a:t>: </a:t>
            </a:r>
            <a:r>
              <a:rPr lang="en-US" dirty="0" err="1"/>
              <a:t>TicTacToe</a:t>
            </a:r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22378E-573A-0DF7-F986-D715E8DD1A50}"/>
              </a:ext>
            </a:extLst>
          </p:cNvPr>
          <p:cNvSpPr txBox="1"/>
          <p:nvPr/>
        </p:nvSpPr>
        <p:spPr>
          <a:xfrm>
            <a:off x="3352800" y="4724171"/>
            <a:ext cx="54388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Os</a:t>
            </a:r>
            <a:r>
              <a:rPr lang="en-US" dirty="0"/>
              <a:t> testes </a:t>
            </a:r>
            <a:r>
              <a:rPr lang="en-US" dirty="0" err="1"/>
              <a:t>são</a:t>
            </a:r>
            <a:r>
              <a:rPr lang="en-US" dirty="0"/>
              <a:t> </a:t>
            </a:r>
            <a:r>
              <a:rPr lang="en-US" dirty="0" err="1"/>
              <a:t>executados</a:t>
            </a:r>
            <a:r>
              <a:rPr lang="en-US" dirty="0"/>
              <a:t> a </a:t>
            </a:r>
            <a:r>
              <a:rPr lang="en-US" dirty="0" err="1"/>
              <a:t>partir</a:t>
            </a:r>
            <a:r>
              <a:rPr lang="en-US" dirty="0"/>
              <a:t> da </a:t>
            </a:r>
            <a:r>
              <a:rPr lang="en-US" dirty="0" err="1"/>
              <a:t>própria</a:t>
            </a:r>
            <a:r>
              <a:rPr lang="en-US" dirty="0"/>
              <a:t> interface </a:t>
            </a:r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6247258-FACF-7C75-A755-7C32CBAC14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1275" y="680517"/>
            <a:ext cx="4440355" cy="4043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59295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1">
          <a:extLst>
            <a:ext uri="{FF2B5EF4-FFF2-40B4-BE49-F238E27FC236}">
              <a16:creationId xmlns:a16="http://schemas.microsoft.com/office/drawing/2014/main" id="{A5F6E166-D8DC-7F6A-DAD3-4A83E54C14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41">
            <a:extLst>
              <a:ext uri="{FF2B5EF4-FFF2-40B4-BE49-F238E27FC236}">
                <a16:creationId xmlns:a16="http://schemas.microsoft.com/office/drawing/2014/main" id="{7359C90A-F349-3727-D259-C752235DAAE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17649" y="40025"/>
            <a:ext cx="7220001" cy="533100"/>
          </a:xfrm>
          <a:prstGeom prst="rect">
            <a:avLst/>
          </a:prstGeom>
        </p:spPr>
        <p:txBody>
          <a:bodyPr spcFirstLastPara="1" wrap="square" lIns="69850" tIns="34925" rIns="69850" bIns="34925" anchor="t" anchorCtr="0">
            <a:normAutofit/>
          </a:bodyPr>
          <a:lstStyle/>
          <a:p>
            <a:pPr lvl="0"/>
            <a:r>
              <a:rPr lang="en-US" dirty="0"/>
              <a:t>O </a:t>
            </a:r>
            <a:r>
              <a:rPr lang="en-US" dirty="0" err="1"/>
              <a:t>experimento</a:t>
            </a:r>
            <a:r>
              <a:rPr lang="en-US" dirty="0"/>
              <a:t>: </a:t>
            </a:r>
            <a:r>
              <a:rPr lang="en-US" dirty="0" err="1"/>
              <a:t>TicTacToe</a:t>
            </a:r>
            <a:r>
              <a:rPr lang="en-US" dirty="0"/>
              <a:t> - </a:t>
            </a:r>
            <a:r>
              <a:rPr lang="en-US" dirty="0" err="1"/>
              <a:t>Instruções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BE050EA-0791-4878-8855-39316F350540}"/>
              </a:ext>
            </a:extLst>
          </p:cNvPr>
          <p:cNvSpPr txBox="1"/>
          <p:nvPr/>
        </p:nvSpPr>
        <p:spPr>
          <a:xfrm>
            <a:off x="4414894" y="4764286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hlinkClick r:id="rId3"/>
              </a:rPr>
              <a:t>https://github.com/IsabelaYabe/tictactoe_activity_ai</a:t>
            </a:r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4B4D20C-8FC3-7C38-9E93-549AE3549301}"/>
              </a:ext>
            </a:extLst>
          </p:cNvPr>
          <p:cNvSpPr txBox="1"/>
          <p:nvPr/>
        </p:nvSpPr>
        <p:spPr>
          <a:xfrm>
            <a:off x="624840" y="640080"/>
            <a:ext cx="7934960" cy="41242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l">
              <a:spcBef>
                <a:spcPts val="1800"/>
              </a:spcBef>
              <a:spcAft>
                <a:spcPts val="1200"/>
              </a:spcAft>
              <a:buNone/>
            </a:pPr>
            <a:r>
              <a:rPr lang="en-GB" sz="1200" b="1" i="0" dirty="0" err="1">
                <a:solidFill>
                  <a:srgbClr val="000000"/>
                </a:solidFill>
                <a:effectLst/>
                <a:latin typeface="Arial"/>
              </a:rPr>
              <a:t>Tarefa</a:t>
            </a:r>
            <a:r>
              <a:rPr lang="en-GB" sz="1200" b="1" i="0" dirty="0">
                <a:solidFill>
                  <a:srgbClr val="000000"/>
                </a:solidFill>
                <a:effectLst/>
                <a:latin typeface="Arial"/>
              </a:rPr>
              <a:t> 1: Emojis no </a:t>
            </a:r>
            <a:r>
              <a:rPr lang="en-GB" sz="1200" b="1" i="0" dirty="0" err="1">
                <a:solidFill>
                  <a:srgbClr val="000000"/>
                </a:solidFill>
                <a:effectLst/>
                <a:latin typeface="Arial"/>
              </a:rPr>
              <a:t>lugar</a:t>
            </a:r>
            <a:r>
              <a:rPr lang="en-GB" sz="1200" b="1" i="0" dirty="0">
                <a:solidFill>
                  <a:srgbClr val="000000"/>
                </a:solidFill>
                <a:effectLst/>
                <a:latin typeface="Arial"/>
              </a:rPr>
              <a:t> de X e O</a:t>
            </a:r>
          </a:p>
          <a:p>
            <a:pPr indent="0" algn="l">
              <a:spcAft>
                <a:spcPts val="1200"/>
              </a:spcAft>
              <a:buNone/>
            </a:pP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Nesta </a:t>
            </a:r>
            <a:r>
              <a:rPr lang="en-GB" sz="1200" b="0" i="0" dirty="0" err="1">
                <a:solidFill>
                  <a:srgbClr val="000000"/>
                </a:solidFill>
                <a:effectLst/>
                <a:latin typeface="Arial"/>
              </a:rPr>
              <a:t>primeira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 </a:t>
            </a:r>
            <a:r>
              <a:rPr lang="en-GB" sz="1200" b="0" i="0" dirty="0" err="1">
                <a:solidFill>
                  <a:srgbClr val="000000"/>
                </a:solidFill>
                <a:effectLst/>
                <a:latin typeface="Arial"/>
              </a:rPr>
              <a:t>missão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, </a:t>
            </a:r>
            <a:r>
              <a:rPr lang="en-GB" sz="1200" b="0" i="0" dirty="0" err="1">
                <a:solidFill>
                  <a:srgbClr val="000000"/>
                </a:solidFill>
                <a:effectLst/>
                <a:latin typeface="Arial"/>
              </a:rPr>
              <a:t>você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 </a:t>
            </a:r>
            <a:r>
              <a:rPr lang="en-GB" sz="1200" b="0" i="0" dirty="0" err="1">
                <a:solidFill>
                  <a:srgbClr val="000000"/>
                </a:solidFill>
                <a:effectLst/>
                <a:latin typeface="Arial"/>
              </a:rPr>
              <a:t>deve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 </a:t>
            </a:r>
            <a:r>
              <a:rPr lang="en-GB" sz="1200" b="1" i="0" dirty="0" err="1">
                <a:solidFill>
                  <a:srgbClr val="000000"/>
                </a:solidFill>
                <a:effectLst/>
                <a:latin typeface="Arial"/>
              </a:rPr>
              <a:t>substituir</a:t>
            </a:r>
            <a:r>
              <a:rPr lang="en-GB" sz="1200" b="1" i="0" dirty="0">
                <a:solidFill>
                  <a:srgbClr val="000000"/>
                </a:solidFill>
                <a:effectLst/>
                <a:latin typeface="Arial"/>
              </a:rPr>
              <a:t> </a:t>
            </a:r>
            <a:r>
              <a:rPr lang="en-GB" sz="1200" b="1" i="0" dirty="0" err="1">
                <a:solidFill>
                  <a:srgbClr val="000000"/>
                </a:solidFill>
                <a:effectLst/>
                <a:latin typeface="Arial"/>
              </a:rPr>
              <a:t>os</a:t>
            </a:r>
            <a:r>
              <a:rPr lang="en-GB" sz="1200" b="1" i="0" dirty="0">
                <a:solidFill>
                  <a:srgbClr val="000000"/>
                </a:solidFill>
                <a:effectLst/>
                <a:latin typeface="Arial"/>
              </a:rPr>
              <a:t> </a:t>
            </a:r>
            <a:r>
              <a:rPr lang="en-GB" sz="1200" b="1" i="0" dirty="0" err="1">
                <a:solidFill>
                  <a:srgbClr val="000000"/>
                </a:solidFill>
                <a:effectLst/>
                <a:latin typeface="Arial"/>
              </a:rPr>
              <a:t>símbolos</a:t>
            </a:r>
            <a:r>
              <a:rPr lang="en-GB" sz="1200" b="1" i="0" dirty="0">
                <a:solidFill>
                  <a:srgbClr val="000000"/>
                </a:solidFill>
                <a:effectLst/>
                <a:latin typeface="Arial"/>
              </a:rPr>
              <a:t> </a:t>
            </a:r>
            <a:r>
              <a:rPr lang="en-GB" sz="1200" b="1" i="0" dirty="0" err="1">
                <a:solidFill>
                  <a:srgbClr val="000000"/>
                </a:solidFill>
                <a:effectLst/>
                <a:latin typeface="Arial"/>
              </a:rPr>
              <a:t>tradicionais</a:t>
            </a:r>
            <a:r>
              <a:rPr lang="en-GB" sz="1200" b="1" i="0" dirty="0">
                <a:solidFill>
                  <a:srgbClr val="000000"/>
                </a:solidFill>
                <a:effectLst/>
                <a:latin typeface="Arial"/>
              </a:rPr>
              <a:t> X e O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 do </a:t>
            </a:r>
            <a:r>
              <a:rPr lang="en-GB" sz="1200" b="0" i="0" dirty="0" err="1">
                <a:solidFill>
                  <a:srgbClr val="000000"/>
                </a:solidFill>
                <a:effectLst/>
                <a:latin typeface="Arial"/>
              </a:rPr>
              <a:t>jogo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 da </a:t>
            </a:r>
            <a:r>
              <a:rPr lang="en-GB" sz="1200" b="0" i="0" dirty="0" err="1">
                <a:solidFill>
                  <a:srgbClr val="000000"/>
                </a:solidFill>
                <a:effectLst/>
                <a:latin typeface="Arial"/>
              </a:rPr>
              <a:t>velha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 </a:t>
            </a:r>
            <a:r>
              <a:rPr lang="en-GB" sz="1200" b="0" i="0" dirty="0" err="1">
                <a:solidFill>
                  <a:srgbClr val="000000"/>
                </a:solidFill>
                <a:effectLst/>
                <a:latin typeface="Arial"/>
              </a:rPr>
              <a:t>por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 emojis:</a:t>
            </a:r>
          </a:p>
          <a:p>
            <a:pPr marL="342900" lvl="0" indent="-34290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Onde era X, </a:t>
            </a:r>
            <a:r>
              <a:rPr lang="en-GB" sz="1200" b="0" i="0" dirty="0" err="1">
                <a:solidFill>
                  <a:srgbClr val="000000"/>
                </a:solidFill>
                <a:effectLst/>
                <a:latin typeface="Arial"/>
              </a:rPr>
              <a:t>passará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 a ser 🐱 (cat face).</a:t>
            </a:r>
          </a:p>
          <a:p>
            <a:pPr marL="342900" lvl="0" indent="-34290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Onde era O, </a:t>
            </a:r>
            <a:r>
              <a:rPr lang="en-GB" sz="1200" b="0" i="0" dirty="0" err="1">
                <a:solidFill>
                  <a:srgbClr val="000000"/>
                </a:solidFill>
                <a:effectLst/>
                <a:latin typeface="Arial"/>
              </a:rPr>
              <a:t>passará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 a ser 🐶 (dog face).</a:t>
            </a:r>
          </a:p>
          <a:p>
            <a:pPr indent="0" algn="l">
              <a:spcAft>
                <a:spcPts val="1200"/>
              </a:spcAft>
              <a:buNone/>
            </a:pPr>
            <a:r>
              <a:rPr lang="en-GB" sz="1200" b="1" i="0" dirty="0">
                <a:solidFill>
                  <a:srgbClr val="000000"/>
                </a:solidFill>
                <a:effectLst/>
                <a:latin typeface="Arial"/>
              </a:rPr>
              <a:t>⚠️ </a:t>
            </a:r>
            <a:r>
              <a:rPr lang="en-GB" sz="1200" b="1" i="0" dirty="0" err="1">
                <a:solidFill>
                  <a:srgbClr val="000000"/>
                </a:solidFill>
                <a:effectLst/>
                <a:latin typeface="Arial"/>
              </a:rPr>
              <a:t>Regras</a:t>
            </a:r>
            <a:r>
              <a:rPr lang="en-GB" sz="1200" b="1" i="0" dirty="0">
                <a:solidFill>
                  <a:srgbClr val="000000"/>
                </a:solidFill>
                <a:effectLst/>
                <a:latin typeface="Arial"/>
              </a:rPr>
              <a:t> da </a:t>
            </a:r>
            <a:r>
              <a:rPr lang="en-GB" sz="1200" b="1" i="0" dirty="0" err="1">
                <a:solidFill>
                  <a:srgbClr val="000000"/>
                </a:solidFill>
                <a:effectLst/>
                <a:latin typeface="Arial"/>
              </a:rPr>
              <a:t>Tarefa</a:t>
            </a:r>
            <a:r>
              <a:rPr lang="en-GB" sz="1200" b="1" i="0" dirty="0">
                <a:solidFill>
                  <a:srgbClr val="000000"/>
                </a:solidFill>
                <a:effectLst/>
                <a:latin typeface="Arial"/>
              </a:rPr>
              <a:t> 1 (Pipeline </a:t>
            </a:r>
            <a:r>
              <a:rPr lang="en-GB" sz="1200" b="1" i="0" dirty="0" err="1">
                <a:solidFill>
                  <a:srgbClr val="000000"/>
                </a:solidFill>
                <a:effectLst/>
                <a:latin typeface="Arial"/>
              </a:rPr>
              <a:t>MasteryAware</a:t>
            </a:r>
            <a:r>
              <a:rPr lang="en-GB" sz="1200" b="1" i="0" dirty="0">
                <a:solidFill>
                  <a:srgbClr val="000000"/>
                </a:solidFill>
                <a:effectLst/>
                <a:latin typeface="Arial"/>
              </a:rPr>
              <a:t>):</a:t>
            </a:r>
            <a:endParaRPr lang="en-GB" sz="1200" b="0" i="0" dirty="0">
              <a:solidFill>
                <a:srgbClr val="000000"/>
              </a:solidFill>
              <a:effectLst/>
              <a:latin typeface="Arial"/>
            </a:endParaRPr>
          </a:p>
          <a:p>
            <a:pPr marL="342900" lvl="0" indent="-34290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Durante </a:t>
            </a:r>
            <a:r>
              <a:rPr lang="en-GB" sz="1200" b="0" i="0" dirty="0" err="1">
                <a:solidFill>
                  <a:srgbClr val="000000"/>
                </a:solidFill>
                <a:effectLst/>
                <a:latin typeface="Arial"/>
              </a:rPr>
              <a:t>esta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 </a:t>
            </a:r>
            <a:r>
              <a:rPr lang="en-GB" sz="1200" b="0" i="0" dirty="0" err="1">
                <a:solidFill>
                  <a:srgbClr val="000000"/>
                </a:solidFill>
                <a:effectLst/>
                <a:latin typeface="Arial"/>
              </a:rPr>
              <a:t>etapa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, o </a:t>
            </a:r>
            <a:r>
              <a:rPr lang="en-GB" sz="1200" b="0" i="0" dirty="0" err="1">
                <a:solidFill>
                  <a:srgbClr val="000000"/>
                </a:solidFill>
                <a:effectLst/>
                <a:latin typeface="Arial"/>
              </a:rPr>
              <a:t>assistente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 Copilot </a:t>
            </a:r>
            <a:r>
              <a:rPr lang="en-GB" sz="1200" b="0" i="0" dirty="0" err="1">
                <a:solidFill>
                  <a:srgbClr val="000000"/>
                </a:solidFill>
                <a:effectLst/>
                <a:latin typeface="Arial"/>
              </a:rPr>
              <a:t>operará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 sob as </a:t>
            </a:r>
            <a:r>
              <a:rPr lang="en-GB" sz="1200" b="0" i="0" dirty="0" err="1">
                <a:solidFill>
                  <a:srgbClr val="000000"/>
                </a:solidFill>
                <a:effectLst/>
                <a:latin typeface="Arial"/>
              </a:rPr>
              <a:t>regras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 do pipeline </a:t>
            </a:r>
            <a:r>
              <a:rPr lang="en-GB" sz="1200" b="1" i="0" dirty="0" err="1">
                <a:solidFill>
                  <a:srgbClr val="000000"/>
                </a:solidFill>
                <a:effectLst/>
                <a:latin typeface="Arial"/>
              </a:rPr>
              <a:t>MasteryAware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, </a:t>
            </a:r>
            <a:r>
              <a:rPr lang="en-GB" sz="1200" b="0" i="0" dirty="0" err="1">
                <a:solidFill>
                  <a:srgbClr val="000000"/>
                </a:solidFill>
                <a:effectLst/>
                <a:latin typeface="Arial"/>
              </a:rPr>
              <a:t>projetado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 para </a:t>
            </a:r>
            <a:r>
              <a:rPr lang="en-GB" sz="1200" b="0" i="0" dirty="0" err="1">
                <a:solidFill>
                  <a:srgbClr val="000000"/>
                </a:solidFill>
                <a:effectLst/>
                <a:latin typeface="Arial"/>
              </a:rPr>
              <a:t>garantir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 </a:t>
            </a:r>
            <a:r>
              <a:rPr lang="en-GB" sz="1200" b="0" i="0" dirty="0" err="1">
                <a:solidFill>
                  <a:srgbClr val="000000"/>
                </a:solidFill>
                <a:effectLst/>
                <a:latin typeface="Arial"/>
              </a:rPr>
              <a:t>que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 </a:t>
            </a:r>
            <a:r>
              <a:rPr lang="en-GB" sz="1200" b="0" i="0" dirty="0" err="1">
                <a:solidFill>
                  <a:srgbClr val="000000"/>
                </a:solidFill>
                <a:effectLst/>
                <a:latin typeface="Arial"/>
              </a:rPr>
              <a:t>você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 se </a:t>
            </a:r>
            <a:r>
              <a:rPr lang="en-GB" sz="1200" b="0" i="0" dirty="0" err="1">
                <a:solidFill>
                  <a:srgbClr val="000000"/>
                </a:solidFill>
                <a:effectLst/>
                <a:latin typeface="Arial"/>
              </a:rPr>
              <a:t>mantenha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 </a:t>
            </a:r>
            <a:r>
              <a:rPr lang="en-GB" sz="1200" b="0" i="0" dirty="0" err="1">
                <a:solidFill>
                  <a:srgbClr val="000000"/>
                </a:solidFill>
                <a:effectLst/>
                <a:latin typeface="Arial"/>
              </a:rPr>
              <a:t>como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 o "designer do software" </a:t>
            </a:r>
            <a:r>
              <a:rPr lang="en-GB" sz="1200" b="0" i="0" dirty="0" err="1">
                <a:solidFill>
                  <a:srgbClr val="000000"/>
                </a:solidFill>
                <a:effectLst/>
                <a:latin typeface="Arial"/>
              </a:rPr>
              <a:t>em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 </a:t>
            </a:r>
            <a:r>
              <a:rPr lang="en-GB" sz="1200" b="0" i="0" dirty="0" err="1">
                <a:solidFill>
                  <a:srgbClr val="000000"/>
                </a:solidFill>
                <a:effectLst/>
                <a:latin typeface="Arial"/>
              </a:rPr>
              <a:t>vez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 de </a:t>
            </a:r>
            <a:r>
              <a:rPr lang="en-GB" sz="1200" b="0" i="0" dirty="0" err="1">
                <a:solidFill>
                  <a:srgbClr val="000000"/>
                </a:solidFill>
                <a:effectLst/>
                <a:latin typeface="Arial"/>
              </a:rPr>
              <a:t>apenas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 um revisor </a:t>
            </a:r>
            <a:r>
              <a:rPr lang="en-GB" sz="1200" b="0" i="0" dirty="0" err="1">
                <a:solidFill>
                  <a:srgbClr val="000000"/>
                </a:solidFill>
                <a:effectLst/>
                <a:latin typeface="Arial"/>
              </a:rPr>
              <a:t>passivo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 de </a:t>
            </a:r>
            <a:r>
              <a:rPr lang="en-GB" sz="1200" b="0" i="0" dirty="0" err="1">
                <a:solidFill>
                  <a:srgbClr val="000000"/>
                </a:solidFill>
                <a:effectLst/>
                <a:latin typeface="Arial"/>
              </a:rPr>
              <a:t>código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 </a:t>
            </a:r>
            <a:r>
              <a:rPr lang="en-GB" sz="1200" b="0" i="0" dirty="0" err="1">
                <a:solidFill>
                  <a:srgbClr val="000000"/>
                </a:solidFill>
                <a:effectLst/>
                <a:latin typeface="Arial"/>
              </a:rPr>
              <a:t>gerado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.</a:t>
            </a:r>
          </a:p>
          <a:p>
            <a:pPr marL="342900" lvl="0" indent="-34290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1200" b="1" i="0" dirty="0">
                <a:solidFill>
                  <a:srgbClr val="000000"/>
                </a:solidFill>
                <a:effectLst/>
                <a:latin typeface="Arial"/>
              </a:rPr>
              <a:t>Passo 1: Todo.md (</a:t>
            </a:r>
            <a:r>
              <a:rPr lang="en-GB" sz="1200" b="1" i="0" dirty="0" err="1">
                <a:solidFill>
                  <a:srgbClr val="000000"/>
                </a:solidFill>
                <a:effectLst/>
                <a:latin typeface="Arial"/>
              </a:rPr>
              <a:t>Especificação</a:t>
            </a:r>
            <a:r>
              <a:rPr lang="en-GB" sz="1200" b="1" i="0" dirty="0">
                <a:solidFill>
                  <a:srgbClr val="000000"/>
                </a:solidFill>
                <a:effectLst/>
                <a:latin typeface="Arial"/>
              </a:rPr>
              <a:t> Formal):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 Antes do Copilot </a:t>
            </a:r>
            <a:r>
              <a:rPr lang="en-GB" sz="1200" b="0" i="0" dirty="0" err="1">
                <a:solidFill>
                  <a:srgbClr val="000000"/>
                </a:solidFill>
                <a:effectLst/>
                <a:latin typeface="Arial"/>
              </a:rPr>
              <a:t>gerar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 </a:t>
            </a:r>
            <a:r>
              <a:rPr lang="en-GB" sz="1200" b="0" i="0" dirty="0" err="1">
                <a:solidFill>
                  <a:srgbClr val="000000"/>
                </a:solidFill>
                <a:effectLst/>
                <a:latin typeface="Arial"/>
              </a:rPr>
              <a:t>qualquer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 </a:t>
            </a:r>
            <a:r>
              <a:rPr lang="en-GB" sz="1200" b="0" i="0" dirty="0" err="1">
                <a:solidFill>
                  <a:srgbClr val="000000"/>
                </a:solidFill>
                <a:effectLst/>
                <a:latin typeface="Arial"/>
              </a:rPr>
              <a:t>código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 para </a:t>
            </a:r>
            <a:r>
              <a:rPr lang="en-GB" sz="1200" b="0" i="0" dirty="0" err="1">
                <a:solidFill>
                  <a:srgbClr val="000000"/>
                </a:solidFill>
                <a:effectLst/>
                <a:latin typeface="Arial"/>
              </a:rPr>
              <a:t>você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, </a:t>
            </a:r>
            <a:r>
              <a:rPr lang="en-GB" sz="1200" b="1" i="0" dirty="0">
                <a:solidFill>
                  <a:srgbClr val="000000"/>
                </a:solidFill>
                <a:effectLst/>
                <a:latin typeface="Arial"/>
              </a:rPr>
              <a:t>VOCÊ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 </a:t>
            </a:r>
            <a:r>
              <a:rPr lang="en-GB" sz="1200" b="0" i="0" dirty="0" err="1">
                <a:solidFill>
                  <a:srgbClr val="000000"/>
                </a:solidFill>
                <a:effectLst/>
                <a:latin typeface="Arial"/>
              </a:rPr>
              <a:t>deve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 </a:t>
            </a:r>
            <a:r>
              <a:rPr lang="en-GB" sz="1200" b="0" i="0" dirty="0" err="1">
                <a:solidFill>
                  <a:srgbClr val="000000"/>
                </a:solidFill>
                <a:effectLst/>
                <a:latin typeface="Arial"/>
              </a:rPr>
              <a:t>preencher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 </a:t>
            </a:r>
            <a:r>
              <a:rPr lang="en-GB" sz="1200" b="0" i="0" dirty="0" err="1">
                <a:solidFill>
                  <a:srgbClr val="000000"/>
                </a:solidFill>
                <a:effectLst/>
                <a:latin typeface="Arial"/>
              </a:rPr>
              <a:t>manualmente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 o </a:t>
            </a:r>
            <a:r>
              <a:rPr lang="en-GB" sz="1200" b="0" i="0" dirty="0" err="1">
                <a:solidFill>
                  <a:srgbClr val="000000"/>
                </a:solidFill>
                <a:effectLst/>
                <a:latin typeface="Arial"/>
              </a:rPr>
              <a:t>arquivo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 </a:t>
            </a:r>
            <a:r>
              <a:rPr lang="en-GB" sz="1200" b="0" i="0" dirty="0" err="1">
                <a:solidFill>
                  <a:srgbClr val="000000"/>
                </a:solidFill>
                <a:effectLst/>
                <a:latin typeface="Arial"/>
              </a:rPr>
              <a:t>brainsback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/TODO.md. Ele serve </a:t>
            </a:r>
            <a:r>
              <a:rPr lang="en-GB" sz="1200" b="0" i="0" dirty="0" err="1">
                <a:solidFill>
                  <a:srgbClr val="000000"/>
                </a:solidFill>
                <a:effectLst/>
                <a:latin typeface="Arial"/>
              </a:rPr>
              <a:t>como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 </a:t>
            </a:r>
            <a:r>
              <a:rPr lang="en-GB" sz="1200" b="0" i="0" dirty="0" err="1">
                <a:solidFill>
                  <a:srgbClr val="000000"/>
                </a:solidFill>
                <a:effectLst/>
                <a:latin typeface="Arial"/>
              </a:rPr>
              <a:t>sua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 </a:t>
            </a:r>
            <a:r>
              <a:rPr lang="en-GB" sz="1200" b="0" i="0" dirty="0" err="1">
                <a:solidFill>
                  <a:srgbClr val="000000"/>
                </a:solidFill>
                <a:effectLst/>
                <a:latin typeface="Arial"/>
              </a:rPr>
              <a:t>lousa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 para articular o </a:t>
            </a:r>
            <a:r>
              <a:rPr lang="en-GB" sz="1200" b="0" i="0" dirty="0" err="1">
                <a:solidFill>
                  <a:srgbClr val="000000"/>
                </a:solidFill>
                <a:effectLst/>
                <a:latin typeface="Arial"/>
              </a:rPr>
              <a:t>problema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, </a:t>
            </a:r>
            <a:r>
              <a:rPr lang="en-GB" sz="1200" b="0" i="0" dirty="0" err="1">
                <a:solidFill>
                  <a:srgbClr val="000000"/>
                </a:solidFill>
                <a:effectLst/>
                <a:latin typeface="Arial"/>
              </a:rPr>
              <a:t>os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 </a:t>
            </a:r>
            <a:r>
              <a:rPr lang="en-GB" sz="1200" b="0" i="0" dirty="0" err="1">
                <a:solidFill>
                  <a:srgbClr val="000000"/>
                </a:solidFill>
                <a:effectLst/>
                <a:latin typeface="Arial"/>
              </a:rPr>
              <a:t>requisitos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 e </a:t>
            </a:r>
            <a:r>
              <a:rPr lang="en-GB" sz="1200" b="0" i="0" dirty="0" err="1">
                <a:solidFill>
                  <a:srgbClr val="000000"/>
                </a:solidFill>
                <a:effectLst/>
                <a:latin typeface="Arial"/>
              </a:rPr>
              <a:t>os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 </a:t>
            </a:r>
            <a:r>
              <a:rPr lang="en-GB" sz="1200" b="0" i="0" dirty="0" err="1">
                <a:solidFill>
                  <a:srgbClr val="000000"/>
                </a:solidFill>
                <a:effectLst/>
                <a:latin typeface="Arial"/>
              </a:rPr>
              <a:t>critérios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 de </a:t>
            </a:r>
            <a:r>
              <a:rPr lang="en-GB" sz="1200" b="0" i="0" dirty="0" err="1">
                <a:solidFill>
                  <a:srgbClr val="000000"/>
                </a:solidFill>
                <a:effectLst/>
                <a:latin typeface="Arial"/>
              </a:rPr>
              <a:t>sucesso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. O Copilot é </a:t>
            </a:r>
            <a:r>
              <a:rPr lang="en-GB" sz="1200" b="0" i="0" dirty="0" err="1">
                <a:solidFill>
                  <a:srgbClr val="000000"/>
                </a:solidFill>
                <a:effectLst/>
                <a:latin typeface="Arial"/>
              </a:rPr>
              <a:t>proibido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 de </a:t>
            </a:r>
            <a:r>
              <a:rPr lang="en-GB" sz="1200" b="0" i="0" dirty="0" err="1">
                <a:solidFill>
                  <a:srgbClr val="000000"/>
                </a:solidFill>
                <a:effectLst/>
                <a:latin typeface="Arial"/>
              </a:rPr>
              <a:t>editar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 </a:t>
            </a:r>
            <a:r>
              <a:rPr lang="en-GB" sz="1200" b="0" i="0" dirty="0" err="1">
                <a:solidFill>
                  <a:srgbClr val="000000"/>
                </a:solidFill>
                <a:effectLst/>
                <a:latin typeface="Arial"/>
              </a:rPr>
              <a:t>este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 </a:t>
            </a:r>
            <a:r>
              <a:rPr lang="en-GB" sz="1200" b="0" i="0" dirty="0" err="1">
                <a:solidFill>
                  <a:srgbClr val="000000"/>
                </a:solidFill>
                <a:effectLst/>
                <a:latin typeface="Arial"/>
              </a:rPr>
              <a:t>arquivo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; se </a:t>
            </a:r>
            <a:r>
              <a:rPr lang="en-GB" sz="1200" b="0" i="0" dirty="0" err="1">
                <a:solidFill>
                  <a:srgbClr val="000000"/>
                </a:solidFill>
                <a:effectLst/>
                <a:latin typeface="Arial"/>
              </a:rPr>
              <a:t>você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 </a:t>
            </a:r>
            <a:r>
              <a:rPr lang="en-GB" sz="1200" b="0" i="0" dirty="0" err="1">
                <a:solidFill>
                  <a:srgbClr val="000000"/>
                </a:solidFill>
                <a:effectLst/>
                <a:latin typeface="Arial"/>
              </a:rPr>
              <a:t>tentar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 </a:t>
            </a:r>
            <a:r>
              <a:rPr lang="en-GB" sz="1200" b="0" i="0" dirty="0" err="1">
                <a:solidFill>
                  <a:srgbClr val="000000"/>
                </a:solidFill>
                <a:effectLst/>
                <a:latin typeface="Arial"/>
              </a:rPr>
              <a:t>pedir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 </a:t>
            </a:r>
            <a:r>
              <a:rPr lang="en-GB" sz="1200" b="0" i="0" dirty="0" err="1">
                <a:solidFill>
                  <a:srgbClr val="000000"/>
                </a:solidFill>
                <a:effectLst/>
                <a:latin typeface="Arial"/>
              </a:rPr>
              <a:t>ajuda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 </a:t>
            </a:r>
            <a:r>
              <a:rPr lang="en-GB" sz="1200" b="0" i="0" dirty="0" err="1">
                <a:solidFill>
                  <a:srgbClr val="000000"/>
                </a:solidFill>
                <a:effectLst/>
                <a:latin typeface="Arial"/>
              </a:rPr>
              <a:t>sem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 </a:t>
            </a:r>
            <a:r>
              <a:rPr lang="en-GB" sz="1200" b="0" i="0" dirty="0" err="1">
                <a:solidFill>
                  <a:srgbClr val="000000"/>
                </a:solidFill>
                <a:effectLst/>
                <a:latin typeface="Arial"/>
              </a:rPr>
              <a:t>preenchê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-lo, </a:t>
            </a:r>
            <a:r>
              <a:rPr lang="en-GB" sz="1200" b="0" i="0" dirty="0" err="1">
                <a:solidFill>
                  <a:srgbClr val="000000"/>
                </a:solidFill>
                <a:effectLst/>
                <a:latin typeface="Arial"/>
              </a:rPr>
              <a:t>ele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 se </a:t>
            </a:r>
            <a:r>
              <a:rPr lang="en-GB" sz="1200" b="0" i="0" dirty="0" err="1">
                <a:solidFill>
                  <a:srgbClr val="000000"/>
                </a:solidFill>
                <a:effectLst/>
                <a:latin typeface="Arial"/>
              </a:rPr>
              <a:t>recusará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 a </a:t>
            </a:r>
            <a:r>
              <a:rPr lang="en-GB" sz="1200" b="0" i="0" dirty="0" err="1">
                <a:solidFill>
                  <a:srgbClr val="000000"/>
                </a:solidFill>
                <a:effectLst/>
                <a:latin typeface="Arial"/>
              </a:rPr>
              <a:t>codificar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.</a:t>
            </a:r>
          </a:p>
          <a:p>
            <a:pPr marL="342900" lvl="0" indent="-34290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1200" b="1" i="0" dirty="0">
                <a:solidFill>
                  <a:srgbClr val="000000"/>
                </a:solidFill>
                <a:effectLst/>
                <a:latin typeface="Arial"/>
              </a:rPr>
              <a:t>Passo 2: </a:t>
            </a:r>
            <a:r>
              <a:rPr lang="en-GB" sz="1200" b="1" i="0" dirty="0" err="1">
                <a:solidFill>
                  <a:srgbClr val="000000"/>
                </a:solidFill>
                <a:effectLst/>
                <a:latin typeface="Arial"/>
              </a:rPr>
              <a:t>Implementação</a:t>
            </a:r>
            <a:r>
              <a:rPr lang="en-GB" sz="1200" b="1" i="0" dirty="0">
                <a:solidFill>
                  <a:srgbClr val="000000"/>
                </a:solidFill>
                <a:effectLst/>
                <a:latin typeface="Arial"/>
              </a:rPr>
              <a:t> </a:t>
            </a:r>
            <a:r>
              <a:rPr lang="en-GB" sz="1200" b="1" i="0" dirty="0" err="1">
                <a:solidFill>
                  <a:srgbClr val="000000"/>
                </a:solidFill>
                <a:effectLst/>
                <a:latin typeface="Arial"/>
              </a:rPr>
              <a:t>Assitida</a:t>
            </a:r>
            <a:r>
              <a:rPr lang="en-GB" sz="1200" b="1" i="0" dirty="0">
                <a:solidFill>
                  <a:srgbClr val="000000"/>
                </a:solidFill>
                <a:effectLst/>
                <a:latin typeface="Arial"/>
              </a:rPr>
              <a:t>: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 Uma </a:t>
            </a:r>
            <a:r>
              <a:rPr lang="en-GB" sz="1200" b="0" i="0" dirty="0" err="1">
                <a:solidFill>
                  <a:srgbClr val="000000"/>
                </a:solidFill>
                <a:effectLst/>
                <a:latin typeface="Arial"/>
              </a:rPr>
              <a:t>vez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 </a:t>
            </a:r>
            <a:r>
              <a:rPr lang="en-GB" sz="1200" b="0" i="0" dirty="0" err="1">
                <a:solidFill>
                  <a:srgbClr val="000000"/>
                </a:solidFill>
                <a:effectLst/>
                <a:latin typeface="Arial"/>
              </a:rPr>
              <a:t>que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 o TODO.md for </a:t>
            </a:r>
            <a:r>
              <a:rPr lang="en-GB" sz="1200" b="0" i="0" dirty="0" err="1">
                <a:solidFill>
                  <a:srgbClr val="000000"/>
                </a:solidFill>
                <a:effectLst/>
                <a:latin typeface="Arial"/>
              </a:rPr>
              <a:t>preenchido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 com </a:t>
            </a:r>
            <a:r>
              <a:rPr lang="en-GB" sz="1200" b="0" i="0" dirty="0" err="1">
                <a:solidFill>
                  <a:srgbClr val="000000"/>
                </a:solidFill>
                <a:effectLst/>
                <a:latin typeface="Arial"/>
              </a:rPr>
              <a:t>suas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 </a:t>
            </a:r>
            <a:r>
              <a:rPr lang="en-GB" sz="1200" b="0" i="0" dirty="0" err="1">
                <a:solidFill>
                  <a:srgbClr val="000000"/>
                </a:solidFill>
                <a:effectLst/>
                <a:latin typeface="Arial"/>
              </a:rPr>
              <a:t>diretrizes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, </a:t>
            </a:r>
            <a:r>
              <a:rPr lang="en-GB" sz="1200" b="0" i="0" dirty="0" err="1">
                <a:solidFill>
                  <a:srgbClr val="000000"/>
                </a:solidFill>
                <a:effectLst/>
                <a:latin typeface="Arial"/>
              </a:rPr>
              <a:t>você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 e o Copilot </a:t>
            </a:r>
            <a:r>
              <a:rPr lang="en-GB" sz="1200" b="0" i="0" dirty="0" err="1">
                <a:solidFill>
                  <a:srgbClr val="000000"/>
                </a:solidFill>
                <a:effectLst/>
                <a:latin typeface="Arial"/>
              </a:rPr>
              <a:t>formarão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 </a:t>
            </a:r>
            <a:r>
              <a:rPr lang="en-GB" sz="1200" b="0" i="0" dirty="0" err="1">
                <a:solidFill>
                  <a:srgbClr val="000000"/>
                </a:solidFill>
                <a:effectLst/>
                <a:latin typeface="Arial"/>
              </a:rPr>
              <a:t>uma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 </a:t>
            </a:r>
            <a:r>
              <a:rPr lang="en-GB" sz="1200" b="0" i="0" dirty="0" err="1">
                <a:solidFill>
                  <a:srgbClr val="000000"/>
                </a:solidFill>
                <a:effectLst/>
                <a:latin typeface="Arial"/>
              </a:rPr>
              <a:t>dupla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 (</a:t>
            </a:r>
            <a:r>
              <a:rPr lang="en-GB" sz="1200" b="0" i="1" dirty="0">
                <a:solidFill>
                  <a:srgbClr val="000000"/>
                </a:solidFill>
                <a:effectLst/>
                <a:latin typeface="Arial"/>
              </a:rPr>
              <a:t>Pair Programming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). </a:t>
            </a:r>
            <a:r>
              <a:rPr lang="en-GB" sz="1200" b="0" i="0" dirty="0" err="1">
                <a:solidFill>
                  <a:srgbClr val="000000"/>
                </a:solidFill>
                <a:effectLst/>
                <a:latin typeface="Arial"/>
              </a:rPr>
              <a:t>Interaja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 </a:t>
            </a:r>
            <a:r>
              <a:rPr lang="en-GB" sz="1200" b="0" i="0" dirty="0" err="1">
                <a:solidFill>
                  <a:srgbClr val="000000"/>
                </a:solidFill>
                <a:effectLst/>
                <a:latin typeface="Arial"/>
              </a:rPr>
              <a:t>naturalmente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 com o </a:t>
            </a:r>
            <a:r>
              <a:rPr lang="en-GB" sz="1200" b="0" i="0" dirty="0" err="1">
                <a:solidFill>
                  <a:srgbClr val="000000"/>
                </a:solidFill>
                <a:effectLst/>
                <a:latin typeface="Arial"/>
              </a:rPr>
              <a:t>agente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 para </a:t>
            </a:r>
            <a:r>
              <a:rPr lang="en-GB" sz="1200" b="0" i="0" dirty="0" err="1">
                <a:solidFill>
                  <a:srgbClr val="000000"/>
                </a:solidFill>
                <a:effectLst/>
                <a:latin typeface="Arial"/>
              </a:rPr>
              <a:t>atingir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 o </a:t>
            </a:r>
            <a:r>
              <a:rPr lang="en-GB" sz="1200" b="0" i="0" dirty="0" err="1">
                <a:solidFill>
                  <a:srgbClr val="000000"/>
                </a:solidFill>
                <a:effectLst/>
                <a:latin typeface="Arial"/>
              </a:rPr>
              <a:t>objetivo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, </a:t>
            </a:r>
            <a:r>
              <a:rPr lang="en-GB" sz="1200" b="0" i="0" dirty="0" err="1">
                <a:solidFill>
                  <a:srgbClr val="000000"/>
                </a:solidFill>
                <a:effectLst/>
                <a:latin typeface="Arial"/>
              </a:rPr>
              <a:t>realizando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 testes </a:t>
            </a:r>
            <a:r>
              <a:rPr lang="en-GB" sz="1200" b="0" i="0" dirty="0" err="1">
                <a:solidFill>
                  <a:srgbClr val="000000"/>
                </a:solidFill>
                <a:effectLst/>
                <a:latin typeface="Arial"/>
              </a:rPr>
              <a:t>contínuos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 da </a:t>
            </a:r>
            <a:r>
              <a:rPr lang="en-GB" sz="1200" b="0" i="0" dirty="0" err="1">
                <a:solidFill>
                  <a:srgbClr val="000000"/>
                </a:solidFill>
                <a:effectLst/>
                <a:latin typeface="Arial"/>
              </a:rPr>
              <a:t>solução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. O Copilot </a:t>
            </a:r>
            <a:r>
              <a:rPr lang="en-GB" sz="1200" b="0" i="0" dirty="0" err="1">
                <a:solidFill>
                  <a:srgbClr val="000000"/>
                </a:solidFill>
                <a:effectLst/>
                <a:latin typeface="Arial"/>
              </a:rPr>
              <a:t>eventualmente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 </a:t>
            </a:r>
            <a:r>
              <a:rPr lang="en-GB" sz="1200" b="0" i="0" dirty="0" err="1">
                <a:solidFill>
                  <a:srgbClr val="000000"/>
                </a:solidFill>
                <a:effectLst/>
                <a:latin typeface="Arial"/>
              </a:rPr>
              <a:t>gerará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 um </a:t>
            </a:r>
            <a:r>
              <a:rPr lang="en-GB" sz="1200" b="0" i="0" dirty="0" err="1">
                <a:solidFill>
                  <a:srgbClr val="000000"/>
                </a:solidFill>
                <a:effectLst/>
                <a:latin typeface="Arial"/>
              </a:rPr>
              <a:t>artefato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 </a:t>
            </a:r>
            <a:r>
              <a:rPr lang="en-GB" sz="1200" b="0" i="0" dirty="0" err="1">
                <a:solidFill>
                  <a:srgbClr val="000000"/>
                </a:solidFill>
                <a:effectLst/>
                <a:latin typeface="Arial"/>
              </a:rPr>
              <a:t>autônomo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 de </a:t>
            </a:r>
            <a:r>
              <a:rPr lang="en-GB" sz="1200" b="0" i="0" dirty="0" err="1">
                <a:solidFill>
                  <a:srgbClr val="000000"/>
                </a:solidFill>
                <a:effectLst/>
                <a:latin typeface="Arial"/>
              </a:rPr>
              <a:t>relatório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 (</a:t>
            </a:r>
            <a:r>
              <a:rPr lang="en-GB" sz="1200" b="0" i="0" dirty="0" err="1">
                <a:solidFill>
                  <a:srgbClr val="000000"/>
                </a:solidFill>
                <a:effectLst/>
                <a:latin typeface="Arial"/>
              </a:rPr>
              <a:t>brainsback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/REPORT.md) </a:t>
            </a:r>
            <a:r>
              <a:rPr lang="en-GB" sz="1200" b="0" i="0" dirty="0" err="1">
                <a:solidFill>
                  <a:srgbClr val="000000"/>
                </a:solidFill>
                <a:effectLst/>
                <a:latin typeface="Arial"/>
              </a:rPr>
              <a:t>resumindo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 o </a:t>
            </a:r>
            <a:r>
              <a:rPr lang="en-GB" sz="1200" b="0" i="0" dirty="0" err="1">
                <a:solidFill>
                  <a:srgbClr val="000000"/>
                </a:solidFill>
                <a:effectLst/>
                <a:latin typeface="Arial"/>
              </a:rPr>
              <a:t>que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 </a:t>
            </a:r>
            <a:r>
              <a:rPr lang="en-GB" sz="1200" b="0" i="0" dirty="0" err="1">
                <a:solidFill>
                  <a:srgbClr val="000000"/>
                </a:solidFill>
                <a:effectLst/>
                <a:latin typeface="Arial"/>
              </a:rPr>
              <a:t>construiu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.</a:t>
            </a:r>
            <a:endParaRPr lang="en-GB" sz="1100" b="0" i="0" dirty="0">
              <a:solidFill>
                <a:srgbClr val="1F2328"/>
              </a:solidFill>
              <a:effectLst/>
              <a:latin typeface="Mona Sans VF"/>
            </a:endParaRPr>
          </a:p>
        </p:txBody>
      </p:sp>
    </p:spTree>
    <p:extLst>
      <p:ext uri="{BB962C8B-B14F-4D97-AF65-F5344CB8AC3E}">
        <p14:creationId xmlns:p14="http://schemas.microsoft.com/office/powerpoint/2010/main" val="26569096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1">
          <a:extLst>
            <a:ext uri="{FF2B5EF4-FFF2-40B4-BE49-F238E27FC236}">
              <a16:creationId xmlns:a16="http://schemas.microsoft.com/office/drawing/2014/main" id="{FCDDBC58-BF26-87E2-C766-AFC71210EF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41">
            <a:extLst>
              <a:ext uri="{FF2B5EF4-FFF2-40B4-BE49-F238E27FC236}">
                <a16:creationId xmlns:a16="http://schemas.microsoft.com/office/drawing/2014/main" id="{682604BD-23B4-9FAD-75C8-0F5A6947EDF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17649" y="40025"/>
            <a:ext cx="7220001" cy="533100"/>
          </a:xfrm>
          <a:prstGeom prst="rect">
            <a:avLst/>
          </a:prstGeom>
        </p:spPr>
        <p:txBody>
          <a:bodyPr spcFirstLastPara="1" wrap="square" lIns="69850" tIns="34925" rIns="69850" bIns="34925" anchor="t" anchorCtr="0">
            <a:normAutofit/>
          </a:bodyPr>
          <a:lstStyle/>
          <a:p>
            <a:pPr lvl="0"/>
            <a:r>
              <a:rPr lang="en-US" dirty="0"/>
              <a:t>O </a:t>
            </a:r>
            <a:r>
              <a:rPr lang="en-US" dirty="0" err="1"/>
              <a:t>experimento</a:t>
            </a:r>
            <a:r>
              <a:rPr lang="en-US" dirty="0"/>
              <a:t>: </a:t>
            </a:r>
            <a:r>
              <a:rPr lang="en-US" dirty="0" err="1"/>
              <a:t>TicTacToe</a:t>
            </a:r>
            <a:r>
              <a:rPr lang="en-US" dirty="0"/>
              <a:t> - </a:t>
            </a:r>
            <a:r>
              <a:rPr lang="en-US" dirty="0" err="1"/>
              <a:t>Instruções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D0BAAD0-F717-BDFD-63DD-555401AA0E53}"/>
              </a:ext>
            </a:extLst>
          </p:cNvPr>
          <p:cNvSpPr txBox="1"/>
          <p:nvPr/>
        </p:nvSpPr>
        <p:spPr>
          <a:xfrm>
            <a:off x="4242163" y="4795698"/>
            <a:ext cx="459450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hlinkClick r:id="rId3"/>
              </a:rPr>
              <a:t>https://github.com/IsabelaYabe/tictactoe_activity_ai</a:t>
            </a:r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8875033-2EBF-DB44-34E2-884014B8C514}"/>
              </a:ext>
            </a:extLst>
          </p:cNvPr>
          <p:cNvSpPr txBox="1"/>
          <p:nvPr/>
        </p:nvSpPr>
        <p:spPr>
          <a:xfrm>
            <a:off x="416560" y="624839"/>
            <a:ext cx="8270240" cy="43550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1100" b="1" i="0" dirty="0">
                <a:solidFill>
                  <a:srgbClr val="000000"/>
                </a:solidFill>
                <a:effectLst/>
                <a:latin typeface="Arial"/>
              </a:rPr>
              <a:t>Passo 3: REACTO.md (</a:t>
            </a:r>
            <a:r>
              <a:rPr lang="en-GB" sz="1100" b="1" i="0" dirty="0" err="1">
                <a:solidFill>
                  <a:srgbClr val="000000"/>
                </a:solidFill>
                <a:effectLst/>
                <a:latin typeface="Arial"/>
              </a:rPr>
              <a:t>Prova</a:t>
            </a:r>
            <a:r>
              <a:rPr lang="en-GB" sz="1100" b="1" i="0" dirty="0">
                <a:solidFill>
                  <a:srgbClr val="000000"/>
                </a:solidFill>
                <a:effectLst/>
                <a:latin typeface="Arial"/>
              </a:rPr>
              <a:t> de </a:t>
            </a:r>
            <a:r>
              <a:rPr lang="en-GB" sz="1100" b="1" i="0" dirty="0" err="1">
                <a:solidFill>
                  <a:srgbClr val="000000"/>
                </a:solidFill>
                <a:effectLst/>
                <a:latin typeface="Arial"/>
              </a:rPr>
              <a:t>Domínio</a:t>
            </a:r>
            <a:r>
              <a:rPr lang="en-GB" sz="1100" b="1" i="0" dirty="0">
                <a:solidFill>
                  <a:srgbClr val="000000"/>
                </a:solidFill>
                <a:effectLst/>
                <a:latin typeface="Arial"/>
              </a:rPr>
              <a:t>):</a:t>
            </a:r>
            <a:r>
              <a:rPr lang="en-GB" sz="1100" b="0" i="0" dirty="0">
                <a:solidFill>
                  <a:srgbClr val="000000"/>
                </a:solidFill>
                <a:effectLst/>
                <a:latin typeface="Arial"/>
              </a:rPr>
              <a:t> </a:t>
            </a:r>
            <a:r>
              <a:rPr lang="en-GB" sz="1100" b="0" i="0" dirty="0" err="1">
                <a:solidFill>
                  <a:srgbClr val="000000"/>
                </a:solidFill>
                <a:effectLst/>
                <a:latin typeface="Arial"/>
              </a:rPr>
              <a:t>Após</a:t>
            </a:r>
            <a:r>
              <a:rPr lang="en-GB" sz="1100" b="0" i="0" dirty="0">
                <a:solidFill>
                  <a:srgbClr val="000000"/>
                </a:solidFill>
                <a:effectLst/>
                <a:latin typeface="Arial"/>
              </a:rPr>
              <a:t> a </a:t>
            </a:r>
            <a:r>
              <a:rPr lang="en-GB" sz="1100" b="0" i="0" dirty="0" err="1">
                <a:solidFill>
                  <a:srgbClr val="000000"/>
                </a:solidFill>
                <a:effectLst/>
                <a:latin typeface="Arial"/>
              </a:rPr>
              <a:t>implementação</a:t>
            </a:r>
            <a:r>
              <a:rPr lang="en-GB" sz="1100" b="0" i="0" dirty="0">
                <a:solidFill>
                  <a:srgbClr val="000000"/>
                </a:solidFill>
                <a:effectLst/>
                <a:latin typeface="Arial"/>
              </a:rPr>
              <a:t> </a:t>
            </a:r>
            <a:r>
              <a:rPr lang="en-GB" sz="1100" b="0" i="0" dirty="0" err="1">
                <a:solidFill>
                  <a:srgbClr val="000000"/>
                </a:solidFill>
                <a:effectLst/>
                <a:latin typeface="Arial"/>
              </a:rPr>
              <a:t>concluir</a:t>
            </a:r>
            <a:r>
              <a:rPr lang="en-GB" sz="1100" b="0" i="0" dirty="0">
                <a:solidFill>
                  <a:srgbClr val="000000"/>
                </a:solidFill>
                <a:effectLst/>
                <a:latin typeface="Arial"/>
              </a:rPr>
              <a:t>, </a:t>
            </a:r>
            <a:r>
              <a:rPr lang="en-GB" sz="1100" b="1" i="0" dirty="0">
                <a:solidFill>
                  <a:srgbClr val="000000"/>
                </a:solidFill>
                <a:effectLst/>
                <a:latin typeface="Arial"/>
              </a:rPr>
              <a:t>VOCÊ</a:t>
            </a:r>
            <a:r>
              <a:rPr lang="en-GB" sz="1100" b="0" i="0" dirty="0">
                <a:solidFill>
                  <a:srgbClr val="000000"/>
                </a:solidFill>
                <a:effectLst/>
                <a:latin typeface="Arial"/>
              </a:rPr>
              <a:t> </a:t>
            </a:r>
            <a:r>
              <a:rPr lang="en-GB" sz="1100" b="0" i="0" dirty="0" err="1">
                <a:solidFill>
                  <a:srgbClr val="000000"/>
                </a:solidFill>
                <a:effectLst/>
                <a:latin typeface="Arial"/>
              </a:rPr>
              <a:t>elaborará</a:t>
            </a:r>
            <a:r>
              <a:rPr lang="en-GB" sz="1100" b="0" i="0" dirty="0">
                <a:solidFill>
                  <a:srgbClr val="000000"/>
                </a:solidFill>
                <a:effectLst/>
                <a:latin typeface="Arial"/>
              </a:rPr>
              <a:t> </a:t>
            </a:r>
            <a:r>
              <a:rPr lang="en-GB" sz="1100" b="0" i="0" dirty="0" err="1">
                <a:solidFill>
                  <a:srgbClr val="000000"/>
                </a:solidFill>
                <a:effectLst/>
                <a:latin typeface="Arial"/>
              </a:rPr>
              <a:t>ativamente</a:t>
            </a:r>
            <a:r>
              <a:rPr lang="en-GB" sz="1100" b="0" i="0" dirty="0">
                <a:solidFill>
                  <a:srgbClr val="000000"/>
                </a:solidFill>
                <a:effectLst/>
                <a:latin typeface="Arial"/>
              </a:rPr>
              <a:t> o </a:t>
            </a:r>
            <a:r>
              <a:rPr lang="en-GB" sz="1100" b="0" i="0" dirty="0" err="1">
                <a:solidFill>
                  <a:srgbClr val="000000"/>
                </a:solidFill>
                <a:effectLst/>
                <a:latin typeface="Arial"/>
              </a:rPr>
              <a:t>artefato</a:t>
            </a:r>
            <a:r>
              <a:rPr lang="en-GB" sz="1100" b="0" i="0" dirty="0">
                <a:solidFill>
                  <a:srgbClr val="000000"/>
                </a:solidFill>
                <a:effectLst/>
                <a:latin typeface="Arial"/>
              </a:rPr>
              <a:t> brainsback/REACTO.md </a:t>
            </a:r>
            <a:r>
              <a:rPr lang="en-GB" sz="1100" b="0" i="0" dirty="0" err="1">
                <a:solidFill>
                  <a:srgbClr val="000000"/>
                </a:solidFill>
                <a:effectLst/>
                <a:latin typeface="Arial"/>
              </a:rPr>
              <a:t>unindo</a:t>
            </a:r>
            <a:r>
              <a:rPr lang="en-GB" sz="1100" b="0" i="0" dirty="0">
                <a:solidFill>
                  <a:srgbClr val="000000"/>
                </a:solidFill>
                <a:effectLst/>
                <a:latin typeface="Arial"/>
              </a:rPr>
              <a:t> a </a:t>
            </a:r>
            <a:r>
              <a:rPr lang="en-GB" sz="1100" b="0" i="0" dirty="0" err="1">
                <a:solidFill>
                  <a:srgbClr val="000000"/>
                </a:solidFill>
                <a:effectLst/>
                <a:latin typeface="Arial"/>
              </a:rPr>
              <a:t>análise</a:t>
            </a:r>
            <a:r>
              <a:rPr lang="en-GB" sz="1100" b="0" i="0" dirty="0">
                <a:solidFill>
                  <a:srgbClr val="000000"/>
                </a:solidFill>
                <a:effectLst/>
                <a:latin typeface="Arial"/>
              </a:rPr>
              <a:t> do </a:t>
            </a:r>
            <a:r>
              <a:rPr lang="en-GB" sz="1100" b="0" i="0" dirty="0" err="1">
                <a:solidFill>
                  <a:srgbClr val="000000"/>
                </a:solidFill>
                <a:effectLst/>
                <a:latin typeface="Arial"/>
              </a:rPr>
              <a:t>sumário</a:t>
            </a:r>
            <a:r>
              <a:rPr lang="en-GB" sz="1100" b="0" i="0" dirty="0">
                <a:solidFill>
                  <a:srgbClr val="000000"/>
                </a:solidFill>
                <a:effectLst/>
                <a:latin typeface="Arial"/>
              </a:rPr>
              <a:t> </a:t>
            </a:r>
            <a:r>
              <a:rPr lang="en-GB" sz="1100" b="0" i="0" dirty="0" err="1">
                <a:solidFill>
                  <a:srgbClr val="000000"/>
                </a:solidFill>
                <a:effectLst/>
                <a:latin typeface="Arial"/>
              </a:rPr>
              <a:t>gerado</a:t>
            </a:r>
            <a:r>
              <a:rPr lang="en-GB" sz="1100" b="0" i="0" dirty="0">
                <a:solidFill>
                  <a:srgbClr val="000000"/>
                </a:solidFill>
                <a:effectLst/>
                <a:latin typeface="Arial"/>
              </a:rPr>
              <a:t> pela IA com a </a:t>
            </a:r>
            <a:r>
              <a:rPr lang="en-GB" sz="1100" b="0" i="0" dirty="0" err="1">
                <a:solidFill>
                  <a:srgbClr val="000000"/>
                </a:solidFill>
                <a:effectLst/>
                <a:latin typeface="Arial"/>
              </a:rPr>
              <a:t>conferência</a:t>
            </a:r>
            <a:r>
              <a:rPr lang="en-GB" sz="1100" b="0" i="0" dirty="0">
                <a:solidFill>
                  <a:srgbClr val="000000"/>
                </a:solidFill>
                <a:effectLst/>
                <a:latin typeface="Arial"/>
              </a:rPr>
              <a:t> das </a:t>
            </a:r>
            <a:r>
              <a:rPr lang="en-GB" sz="1100" b="0" i="0" dirty="0" err="1">
                <a:solidFill>
                  <a:srgbClr val="000000"/>
                </a:solidFill>
                <a:effectLst/>
                <a:latin typeface="Arial"/>
              </a:rPr>
              <a:t>linhas</a:t>
            </a:r>
            <a:r>
              <a:rPr lang="en-GB" sz="1100" b="0" i="0" dirty="0">
                <a:solidFill>
                  <a:srgbClr val="000000"/>
                </a:solidFill>
                <a:effectLst/>
                <a:latin typeface="Arial"/>
              </a:rPr>
              <a:t> de </a:t>
            </a:r>
            <a:r>
              <a:rPr lang="en-GB" sz="1100" b="0" i="0" dirty="0" err="1">
                <a:solidFill>
                  <a:srgbClr val="000000"/>
                </a:solidFill>
                <a:effectLst/>
                <a:latin typeface="Arial"/>
              </a:rPr>
              <a:t>código</a:t>
            </a:r>
            <a:r>
              <a:rPr lang="en-GB" sz="1100" b="0" i="0" dirty="0">
                <a:solidFill>
                  <a:srgbClr val="000000"/>
                </a:solidFill>
                <a:effectLst/>
                <a:latin typeface="Arial"/>
              </a:rPr>
              <a:t>. O </a:t>
            </a:r>
            <a:r>
              <a:rPr lang="en-GB" sz="1100" b="0" i="0" dirty="0" err="1">
                <a:solidFill>
                  <a:srgbClr val="000000"/>
                </a:solidFill>
                <a:effectLst/>
                <a:latin typeface="Arial"/>
              </a:rPr>
              <a:t>formato</a:t>
            </a:r>
            <a:r>
              <a:rPr lang="en-GB" sz="1100" b="0" i="0" dirty="0">
                <a:solidFill>
                  <a:srgbClr val="000000"/>
                </a:solidFill>
                <a:effectLst/>
                <a:latin typeface="Arial"/>
              </a:rPr>
              <a:t> REACTO </a:t>
            </a:r>
            <a:r>
              <a:rPr lang="en-GB" sz="1100" b="0" i="0" dirty="0" err="1">
                <a:solidFill>
                  <a:srgbClr val="000000"/>
                </a:solidFill>
                <a:effectLst/>
                <a:latin typeface="Arial"/>
              </a:rPr>
              <a:t>significa</a:t>
            </a:r>
            <a:r>
              <a:rPr lang="en-GB" sz="1100" b="0" i="0" dirty="0">
                <a:solidFill>
                  <a:srgbClr val="000000"/>
                </a:solidFill>
                <a:effectLst/>
                <a:latin typeface="Arial"/>
              </a:rPr>
              <a:t>:</a:t>
            </a:r>
          </a:p>
          <a:p>
            <a:pPr marL="742950" lvl="1" indent="-28575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1100" b="1" i="0" dirty="0">
                <a:solidFill>
                  <a:srgbClr val="000000"/>
                </a:solidFill>
                <a:effectLst/>
                <a:latin typeface="Arial"/>
              </a:rPr>
              <a:t>R (Repeat):</a:t>
            </a:r>
            <a:r>
              <a:rPr lang="en-GB" sz="1100" b="0" i="0" dirty="0">
                <a:solidFill>
                  <a:srgbClr val="000000"/>
                </a:solidFill>
                <a:effectLst/>
                <a:latin typeface="Arial"/>
              </a:rPr>
              <a:t> </a:t>
            </a:r>
            <a:r>
              <a:rPr lang="en-GB" sz="1100" b="0" i="0" dirty="0" err="1">
                <a:solidFill>
                  <a:srgbClr val="000000"/>
                </a:solidFill>
                <a:effectLst/>
                <a:latin typeface="Arial"/>
              </a:rPr>
              <a:t>Reafirme</a:t>
            </a:r>
            <a:r>
              <a:rPr lang="en-GB" sz="1100" b="0" i="0" dirty="0">
                <a:solidFill>
                  <a:srgbClr val="000000"/>
                </a:solidFill>
                <a:effectLst/>
                <a:latin typeface="Arial"/>
              </a:rPr>
              <a:t> o </a:t>
            </a:r>
            <a:r>
              <a:rPr lang="en-GB" sz="1100" b="0" i="0" dirty="0" err="1">
                <a:solidFill>
                  <a:srgbClr val="000000"/>
                </a:solidFill>
                <a:effectLst/>
                <a:latin typeface="Arial"/>
              </a:rPr>
              <a:t>problema</a:t>
            </a:r>
            <a:r>
              <a:rPr lang="en-GB" sz="1100" b="0" i="0" dirty="0">
                <a:solidFill>
                  <a:srgbClr val="000000"/>
                </a:solidFill>
                <a:effectLst/>
                <a:latin typeface="Arial"/>
              </a:rPr>
              <a:t> com </a:t>
            </a:r>
            <a:r>
              <a:rPr lang="en-GB" sz="1100" b="0" i="0" dirty="0" err="1">
                <a:solidFill>
                  <a:srgbClr val="000000"/>
                </a:solidFill>
                <a:effectLst/>
                <a:latin typeface="Arial"/>
              </a:rPr>
              <a:t>suas</a:t>
            </a:r>
            <a:r>
              <a:rPr lang="en-GB" sz="1100" b="0" i="0" dirty="0">
                <a:solidFill>
                  <a:srgbClr val="000000"/>
                </a:solidFill>
                <a:effectLst/>
                <a:latin typeface="Arial"/>
              </a:rPr>
              <a:t> </a:t>
            </a:r>
            <a:r>
              <a:rPr lang="en-GB" sz="1100" b="0" i="0" dirty="0" err="1">
                <a:solidFill>
                  <a:srgbClr val="000000"/>
                </a:solidFill>
                <a:effectLst/>
                <a:latin typeface="Arial"/>
              </a:rPr>
              <a:t>próprias</a:t>
            </a:r>
            <a:r>
              <a:rPr lang="en-GB" sz="1100" b="0" i="0" dirty="0">
                <a:solidFill>
                  <a:srgbClr val="000000"/>
                </a:solidFill>
                <a:effectLst/>
                <a:latin typeface="Arial"/>
              </a:rPr>
              <a:t> </a:t>
            </a:r>
            <a:r>
              <a:rPr lang="en-GB" sz="1100" b="0" i="0" dirty="0" err="1">
                <a:solidFill>
                  <a:srgbClr val="000000"/>
                </a:solidFill>
                <a:effectLst/>
                <a:latin typeface="Arial"/>
              </a:rPr>
              <a:t>palavras</a:t>
            </a:r>
            <a:r>
              <a:rPr lang="en-GB" sz="1100" b="0" i="0" dirty="0">
                <a:solidFill>
                  <a:srgbClr val="000000"/>
                </a:solidFill>
                <a:effectLst/>
                <a:latin typeface="Arial"/>
              </a:rPr>
              <a:t>.</a:t>
            </a:r>
          </a:p>
          <a:p>
            <a:pPr marL="742950" lvl="1" indent="-28575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1100" b="1" i="0" dirty="0">
                <a:solidFill>
                  <a:srgbClr val="000000"/>
                </a:solidFill>
                <a:effectLst/>
                <a:latin typeface="Arial"/>
              </a:rPr>
              <a:t>E (Examples):</a:t>
            </a:r>
            <a:r>
              <a:rPr lang="en-GB" sz="1100" b="0" i="0" dirty="0">
                <a:solidFill>
                  <a:srgbClr val="000000"/>
                </a:solidFill>
                <a:effectLst/>
                <a:latin typeface="Arial"/>
              </a:rPr>
              <a:t> </a:t>
            </a:r>
            <a:r>
              <a:rPr lang="en-GB" sz="1100" b="0" i="0" dirty="0" err="1">
                <a:solidFill>
                  <a:srgbClr val="000000"/>
                </a:solidFill>
                <a:effectLst/>
                <a:latin typeface="Arial"/>
              </a:rPr>
              <a:t>Dê</a:t>
            </a:r>
            <a:r>
              <a:rPr lang="en-GB" sz="1100" b="0" i="0" dirty="0">
                <a:solidFill>
                  <a:srgbClr val="000000"/>
                </a:solidFill>
                <a:effectLst/>
                <a:latin typeface="Arial"/>
              </a:rPr>
              <a:t> </a:t>
            </a:r>
            <a:r>
              <a:rPr lang="en-GB" sz="1100" b="0" i="0" dirty="0" err="1">
                <a:solidFill>
                  <a:srgbClr val="000000"/>
                </a:solidFill>
                <a:effectLst/>
                <a:latin typeface="Arial"/>
              </a:rPr>
              <a:t>exemplos</a:t>
            </a:r>
            <a:r>
              <a:rPr lang="en-GB" sz="1100" b="0" i="0" dirty="0">
                <a:solidFill>
                  <a:srgbClr val="000000"/>
                </a:solidFill>
                <a:effectLst/>
                <a:latin typeface="Arial"/>
              </a:rPr>
              <a:t> de entrada/</a:t>
            </a:r>
            <a:r>
              <a:rPr lang="en-GB" sz="1100" b="0" i="0" dirty="0" err="1">
                <a:solidFill>
                  <a:srgbClr val="000000"/>
                </a:solidFill>
                <a:effectLst/>
                <a:latin typeface="Arial"/>
              </a:rPr>
              <a:t>saída</a:t>
            </a:r>
            <a:r>
              <a:rPr lang="en-GB" sz="1100" b="0" i="0" dirty="0">
                <a:solidFill>
                  <a:srgbClr val="000000"/>
                </a:solidFill>
                <a:effectLst/>
                <a:latin typeface="Arial"/>
              </a:rPr>
              <a:t> (</a:t>
            </a:r>
            <a:r>
              <a:rPr lang="en-GB" sz="1100" b="0" i="0" dirty="0" err="1">
                <a:solidFill>
                  <a:srgbClr val="000000"/>
                </a:solidFill>
                <a:effectLst/>
                <a:latin typeface="Arial"/>
              </a:rPr>
              <a:t>ou</a:t>
            </a:r>
            <a:r>
              <a:rPr lang="en-GB" sz="1100" b="0" i="0" dirty="0">
                <a:solidFill>
                  <a:srgbClr val="000000"/>
                </a:solidFill>
                <a:effectLst/>
                <a:latin typeface="Arial"/>
              </a:rPr>
              <a:t> </a:t>
            </a:r>
            <a:r>
              <a:rPr lang="en-GB" sz="1100" b="0" i="0" dirty="0" err="1">
                <a:solidFill>
                  <a:srgbClr val="000000"/>
                </a:solidFill>
                <a:effectLst/>
                <a:latin typeface="Arial"/>
              </a:rPr>
              <a:t>ação</a:t>
            </a:r>
            <a:r>
              <a:rPr lang="en-GB" sz="1100" b="0" i="0" dirty="0">
                <a:solidFill>
                  <a:srgbClr val="000000"/>
                </a:solidFill>
                <a:effectLst/>
                <a:latin typeface="Arial"/>
              </a:rPr>
              <a:t>/</a:t>
            </a:r>
            <a:r>
              <a:rPr lang="en-GB" sz="1100" b="0" i="0" dirty="0" err="1">
                <a:solidFill>
                  <a:srgbClr val="000000"/>
                </a:solidFill>
                <a:effectLst/>
                <a:latin typeface="Arial"/>
              </a:rPr>
              <a:t>resultado</a:t>
            </a:r>
            <a:r>
              <a:rPr lang="en-GB" sz="1100" b="0" i="0" dirty="0">
                <a:solidFill>
                  <a:srgbClr val="000000"/>
                </a:solidFill>
                <a:effectLst/>
                <a:latin typeface="Arial"/>
              </a:rPr>
              <a:t>) </a:t>
            </a:r>
            <a:r>
              <a:rPr lang="en-GB" sz="1100" b="0" i="0" dirty="0" err="1">
                <a:solidFill>
                  <a:srgbClr val="000000"/>
                </a:solidFill>
                <a:effectLst/>
                <a:latin typeface="Arial"/>
              </a:rPr>
              <a:t>em</a:t>
            </a:r>
            <a:r>
              <a:rPr lang="en-GB" sz="1100" b="0" i="0" dirty="0">
                <a:solidFill>
                  <a:srgbClr val="000000"/>
                </a:solidFill>
                <a:effectLst/>
                <a:latin typeface="Arial"/>
              </a:rPr>
              <a:t> </a:t>
            </a:r>
            <a:r>
              <a:rPr lang="en-GB" sz="1100" b="0" i="0" dirty="0" err="1">
                <a:solidFill>
                  <a:srgbClr val="000000"/>
                </a:solidFill>
                <a:effectLst/>
                <a:latin typeface="Arial"/>
              </a:rPr>
              <a:t>casos</a:t>
            </a:r>
            <a:r>
              <a:rPr lang="en-GB" sz="1100" b="0" i="0" dirty="0">
                <a:solidFill>
                  <a:srgbClr val="000000"/>
                </a:solidFill>
                <a:effectLst/>
                <a:latin typeface="Arial"/>
              </a:rPr>
              <a:t> de teste </a:t>
            </a:r>
            <a:r>
              <a:rPr lang="en-GB" sz="1100" b="0" i="0" dirty="0" err="1">
                <a:solidFill>
                  <a:srgbClr val="000000"/>
                </a:solidFill>
                <a:effectLst/>
                <a:latin typeface="Arial"/>
              </a:rPr>
              <a:t>na</a:t>
            </a:r>
            <a:r>
              <a:rPr lang="en-GB" sz="1100" b="0" i="0" dirty="0">
                <a:solidFill>
                  <a:srgbClr val="000000"/>
                </a:solidFill>
                <a:effectLst/>
                <a:latin typeface="Arial"/>
              </a:rPr>
              <a:t> </a:t>
            </a:r>
            <a:r>
              <a:rPr lang="en-GB" sz="1100" b="0" i="0" dirty="0" err="1">
                <a:solidFill>
                  <a:srgbClr val="000000"/>
                </a:solidFill>
                <a:effectLst/>
                <a:latin typeface="Arial"/>
              </a:rPr>
              <a:t>vida</a:t>
            </a:r>
            <a:r>
              <a:rPr lang="en-GB" sz="1100" b="0" i="0" dirty="0">
                <a:solidFill>
                  <a:srgbClr val="000000"/>
                </a:solidFill>
                <a:effectLst/>
                <a:latin typeface="Arial"/>
              </a:rPr>
              <a:t> real.</a:t>
            </a:r>
          </a:p>
          <a:p>
            <a:pPr marL="742950" lvl="1" indent="-28575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1100" b="1" i="0" dirty="0">
                <a:solidFill>
                  <a:srgbClr val="000000"/>
                </a:solidFill>
                <a:effectLst/>
                <a:latin typeface="Arial"/>
              </a:rPr>
              <a:t>A (Approach):</a:t>
            </a:r>
            <a:r>
              <a:rPr lang="en-GB" sz="1100" b="0" i="0" dirty="0">
                <a:solidFill>
                  <a:srgbClr val="000000"/>
                </a:solidFill>
                <a:effectLst/>
                <a:latin typeface="Arial"/>
              </a:rPr>
              <a:t> Qual </a:t>
            </a:r>
            <a:r>
              <a:rPr lang="en-GB" sz="1100" b="0" i="0" dirty="0" err="1">
                <a:solidFill>
                  <a:srgbClr val="000000"/>
                </a:solidFill>
                <a:effectLst/>
                <a:latin typeface="Arial"/>
              </a:rPr>
              <a:t>estratégia</a:t>
            </a:r>
            <a:r>
              <a:rPr lang="en-GB" sz="1100" b="0" i="0" dirty="0">
                <a:solidFill>
                  <a:srgbClr val="000000"/>
                </a:solidFill>
                <a:effectLst/>
                <a:latin typeface="Arial"/>
              </a:rPr>
              <a:t> </a:t>
            </a:r>
            <a:r>
              <a:rPr lang="en-GB" sz="1100" b="0" i="0" dirty="0" err="1">
                <a:solidFill>
                  <a:srgbClr val="000000"/>
                </a:solidFill>
                <a:effectLst/>
                <a:latin typeface="Arial"/>
              </a:rPr>
              <a:t>em</a:t>
            </a:r>
            <a:r>
              <a:rPr lang="en-GB" sz="1100" b="0" i="0" dirty="0">
                <a:solidFill>
                  <a:srgbClr val="000000"/>
                </a:solidFill>
                <a:effectLst/>
                <a:latin typeface="Arial"/>
              </a:rPr>
              <a:t> alto </a:t>
            </a:r>
            <a:r>
              <a:rPr lang="en-GB" sz="1100" b="0" i="0" dirty="0" err="1">
                <a:solidFill>
                  <a:srgbClr val="000000"/>
                </a:solidFill>
                <a:effectLst/>
                <a:latin typeface="Arial"/>
              </a:rPr>
              <a:t>nível</a:t>
            </a:r>
            <a:r>
              <a:rPr lang="en-GB" sz="1100" b="0" i="0" dirty="0">
                <a:solidFill>
                  <a:srgbClr val="000000"/>
                </a:solidFill>
                <a:effectLst/>
                <a:latin typeface="Arial"/>
              </a:rPr>
              <a:t> </a:t>
            </a:r>
            <a:r>
              <a:rPr lang="en-GB" sz="1100" b="0" i="0" dirty="0" err="1">
                <a:solidFill>
                  <a:srgbClr val="000000"/>
                </a:solidFill>
                <a:effectLst/>
                <a:latin typeface="Arial"/>
              </a:rPr>
              <a:t>foi</a:t>
            </a:r>
            <a:r>
              <a:rPr lang="en-GB" sz="1100" b="0" i="0" dirty="0">
                <a:solidFill>
                  <a:srgbClr val="000000"/>
                </a:solidFill>
                <a:effectLst/>
                <a:latin typeface="Arial"/>
              </a:rPr>
              <a:t> </a:t>
            </a:r>
            <a:r>
              <a:rPr lang="en-GB" sz="1100" b="0" i="0" dirty="0" err="1">
                <a:solidFill>
                  <a:srgbClr val="000000"/>
                </a:solidFill>
                <a:effectLst/>
                <a:latin typeface="Arial"/>
              </a:rPr>
              <a:t>utilizada</a:t>
            </a:r>
            <a:r>
              <a:rPr lang="en-GB" sz="1100" b="0" i="0" dirty="0">
                <a:solidFill>
                  <a:srgbClr val="000000"/>
                </a:solidFill>
                <a:effectLst/>
                <a:latin typeface="Arial"/>
              </a:rPr>
              <a:t> para </a:t>
            </a:r>
            <a:r>
              <a:rPr lang="en-GB" sz="1100" b="0" i="0" dirty="0" err="1">
                <a:solidFill>
                  <a:srgbClr val="000000"/>
                </a:solidFill>
                <a:effectLst/>
                <a:latin typeface="Arial"/>
              </a:rPr>
              <a:t>solucionar</a:t>
            </a:r>
            <a:r>
              <a:rPr lang="en-GB" sz="1100" b="0" i="0" dirty="0">
                <a:solidFill>
                  <a:srgbClr val="000000"/>
                </a:solidFill>
                <a:effectLst/>
                <a:latin typeface="Arial"/>
              </a:rPr>
              <a:t> o </a:t>
            </a:r>
            <a:r>
              <a:rPr lang="en-GB" sz="1100" b="0" i="0" dirty="0" err="1">
                <a:solidFill>
                  <a:srgbClr val="000000"/>
                </a:solidFill>
                <a:effectLst/>
                <a:latin typeface="Arial"/>
              </a:rPr>
              <a:t>problema</a:t>
            </a:r>
            <a:r>
              <a:rPr lang="en-GB" sz="1100" b="0" i="0" dirty="0">
                <a:solidFill>
                  <a:srgbClr val="000000"/>
                </a:solidFill>
                <a:effectLst/>
                <a:latin typeface="Arial"/>
              </a:rPr>
              <a:t>?</a:t>
            </a:r>
          </a:p>
          <a:p>
            <a:pPr marL="742950" lvl="1" indent="-28575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1100" b="1" i="0" dirty="0">
                <a:solidFill>
                  <a:srgbClr val="000000"/>
                </a:solidFill>
                <a:effectLst/>
                <a:latin typeface="Arial"/>
              </a:rPr>
              <a:t>C (Code):</a:t>
            </a:r>
            <a:r>
              <a:rPr lang="en-GB" sz="1100" b="0" i="0" dirty="0">
                <a:solidFill>
                  <a:srgbClr val="000000"/>
                </a:solidFill>
                <a:effectLst/>
                <a:latin typeface="Arial"/>
              </a:rPr>
              <a:t> </a:t>
            </a:r>
            <a:r>
              <a:rPr lang="en-GB" sz="1100" b="0" i="0" dirty="0" err="1">
                <a:solidFill>
                  <a:srgbClr val="000000"/>
                </a:solidFill>
                <a:effectLst/>
                <a:latin typeface="Arial"/>
              </a:rPr>
              <a:t>Exponha</a:t>
            </a:r>
            <a:r>
              <a:rPr lang="en-GB" sz="1100" b="0" i="0" dirty="0">
                <a:solidFill>
                  <a:srgbClr val="000000"/>
                </a:solidFill>
                <a:effectLst/>
                <a:latin typeface="Arial"/>
              </a:rPr>
              <a:t> </a:t>
            </a:r>
            <a:r>
              <a:rPr lang="en-GB" sz="1100" b="0" i="0" dirty="0" err="1">
                <a:solidFill>
                  <a:srgbClr val="000000"/>
                </a:solidFill>
                <a:effectLst/>
                <a:latin typeface="Arial"/>
              </a:rPr>
              <a:t>os</a:t>
            </a:r>
            <a:r>
              <a:rPr lang="en-GB" sz="1100" b="0" i="0" dirty="0">
                <a:solidFill>
                  <a:srgbClr val="000000"/>
                </a:solidFill>
                <a:effectLst/>
                <a:latin typeface="Arial"/>
              </a:rPr>
              <a:t> </a:t>
            </a:r>
            <a:r>
              <a:rPr lang="en-GB" sz="1100" b="0" i="0" dirty="0" err="1">
                <a:solidFill>
                  <a:srgbClr val="000000"/>
                </a:solidFill>
                <a:effectLst/>
                <a:latin typeface="Arial"/>
              </a:rPr>
              <a:t>trechos</a:t>
            </a:r>
            <a:r>
              <a:rPr lang="en-GB" sz="1100" b="0" i="0" dirty="0">
                <a:solidFill>
                  <a:srgbClr val="000000"/>
                </a:solidFill>
                <a:effectLst/>
                <a:latin typeface="Arial"/>
              </a:rPr>
              <a:t> </a:t>
            </a:r>
            <a:r>
              <a:rPr lang="en-GB" sz="1100" b="0" i="0" dirty="0" err="1">
                <a:solidFill>
                  <a:srgbClr val="000000"/>
                </a:solidFill>
                <a:effectLst/>
                <a:latin typeface="Arial"/>
              </a:rPr>
              <a:t>mais</a:t>
            </a:r>
            <a:r>
              <a:rPr lang="en-GB" sz="1100" b="0" i="0" dirty="0">
                <a:solidFill>
                  <a:srgbClr val="000000"/>
                </a:solidFill>
                <a:effectLst/>
                <a:latin typeface="Arial"/>
              </a:rPr>
              <a:t> </a:t>
            </a:r>
            <a:r>
              <a:rPr lang="en-GB" sz="1100" b="0" i="0" dirty="0" err="1">
                <a:solidFill>
                  <a:srgbClr val="000000"/>
                </a:solidFill>
                <a:effectLst/>
                <a:latin typeface="Arial"/>
              </a:rPr>
              <a:t>cruciais</a:t>
            </a:r>
            <a:r>
              <a:rPr lang="en-GB" sz="1100" b="0" i="0" dirty="0">
                <a:solidFill>
                  <a:srgbClr val="000000"/>
                </a:solidFill>
                <a:effectLst/>
                <a:latin typeface="Arial"/>
              </a:rPr>
              <a:t>, </a:t>
            </a:r>
            <a:r>
              <a:rPr lang="en-GB" sz="1100" b="0" i="0" dirty="0" err="1">
                <a:solidFill>
                  <a:srgbClr val="000000"/>
                </a:solidFill>
                <a:effectLst/>
                <a:latin typeface="Arial"/>
              </a:rPr>
              <a:t>que</a:t>
            </a:r>
            <a:r>
              <a:rPr lang="en-GB" sz="1100" b="0" i="0" dirty="0">
                <a:solidFill>
                  <a:srgbClr val="000000"/>
                </a:solidFill>
                <a:effectLst/>
                <a:latin typeface="Arial"/>
              </a:rPr>
              <a:t> </a:t>
            </a:r>
            <a:r>
              <a:rPr lang="en-GB" sz="1100" b="0" i="0" dirty="0" err="1">
                <a:solidFill>
                  <a:srgbClr val="000000"/>
                </a:solidFill>
                <a:effectLst/>
                <a:latin typeface="Arial"/>
              </a:rPr>
              <a:t>funções</a:t>
            </a:r>
            <a:r>
              <a:rPr lang="en-GB" sz="1100" b="0" i="0" dirty="0">
                <a:solidFill>
                  <a:srgbClr val="000000"/>
                </a:solidFill>
                <a:effectLst/>
                <a:latin typeface="Arial"/>
              </a:rPr>
              <a:t> </a:t>
            </a:r>
            <a:r>
              <a:rPr lang="en-GB" sz="1100" b="0" i="0" dirty="0" err="1">
                <a:solidFill>
                  <a:srgbClr val="000000"/>
                </a:solidFill>
                <a:effectLst/>
                <a:latin typeface="Arial"/>
              </a:rPr>
              <a:t>realizam</a:t>
            </a:r>
            <a:r>
              <a:rPr lang="en-GB" sz="1100" b="0" i="0" dirty="0">
                <a:solidFill>
                  <a:srgbClr val="000000"/>
                </a:solidFill>
                <a:effectLst/>
                <a:latin typeface="Arial"/>
              </a:rPr>
              <a:t> o </a:t>
            </a:r>
            <a:r>
              <a:rPr lang="en-GB" sz="1100" b="0" i="0" dirty="0" err="1">
                <a:solidFill>
                  <a:srgbClr val="000000"/>
                </a:solidFill>
                <a:effectLst/>
                <a:latin typeface="Arial"/>
              </a:rPr>
              <a:t>quê</a:t>
            </a:r>
            <a:r>
              <a:rPr lang="en-GB" sz="1100" b="0" i="0" dirty="0">
                <a:solidFill>
                  <a:srgbClr val="000000"/>
                </a:solidFill>
                <a:effectLst/>
                <a:latin typeface="Arial"/>
              </a:rPr>
              <a:t>, </a:t>
            </a:r>
            <a:r>
              <a:rPr lang="en-GB" sz="1100" b="0" i="0" dirty="0" err="1">
                <a:solidFill>
                  <a:srgbClr val="000000"/>
                </a:solidFill>
                <a:effectLst/>
                <a:latin typeface="Arial"/>
              </a:rPr>
              <a:t>em</a:t>
            </a:r>
            <a:r>
              <a:rPr lang="en-GB" sz="1100" b="0" i="0" dirty="0">
                <a:solidFill>
                  <a:srgbClr val="000000"/>
                </a:solidFill>
                <a:effectLst/>
                <a:latin typeface="Arial"/>
              </a:rPr>
              <a:t> quais </a:t>
            </a:r>
            <a:r>
              <a:rPr lang="en-GB" sz="1100" b="0" i="0" dirty="0" err="1">
                <a:solidFill>
                  <a:srgbClr val="000000"/>
                </a:solidFill>
                <a:effectLst/>
                <a:latin typeface="Arial"/>
              </a:rPr>
              <a:t>arquivos</a:t>
            </a:r>
            <a:r>
              <a:rPr lang="en-GB" sz="1100" b="0" i="0" dirty="0">
                <a:solidFill>
                  <a:srgbClr val="000000"/>
                </a:solidFill>
                <a:effectLst/>
                <a:latin typeface="Arial"/>
              </a:rPr>
              <a:t> </a:t>
            </a:r>
            <a:r>
              <a:rPr lang="en-GB" sz="1100" b="0" i="0" dirty="0" err="1">
                <a:solidFill>
                  <a:srgbClr val="000000"/>
                </a:solidFill>
                <a:effectLst/>
                <a:latin typeface="Arial"/>
              </a:rPr>
              <a:t>estão</a:t>
            </a:r>
            <a:r>
              <a:rPr lang="en-GB" sz="1100" b="0" i="0" dirty="0">
                <a:solidFill>
                  <a:srgbClr val="000000"/>
                </a:solidFill>
                <a:effectLst/>
                <a:latin typeface="Arial"/>
              </a:rPr>
              <a:t> </a:t>
            </a:r>
            <a:r>
              <a:rPr lang="en-GB" sz="1100" b="0" i="0" dirty="0" err="1">
                <a:solidFill>
                  <a:srgbClr val="000000"/>
                </a:solidFill>
                <a:effectLst/>
                <a:latin typeface="Arial"/>
              </a:rPr>
              <a:t>definidas</a:t>
            </a:r>
            <a:r>
              <a:rPr lang="en-GB" sz="1100" b="0" i="0" dirty="0">
                <a:solidFill>
                  <a:srgbClr val="000000"/>
                </a:solidFill>
                <a:effectLst/>
                <a:latin typeface="Arial"/>
              </a:rPr>
              <a:t> e quem as chama.</a:t>
            </a:r>
          </a:p>
          <a:p>
            <a:pPr marL="742950" lvl="1" indent="-28575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1100" b="1" i="0" dirty="0">
                <a:solidFill>
                  <a:srgbClr val="000000"/>
                </a:solidFill>
                <a:effectLst/>
                <a:latin typeface="Arial"/>
              </a:rPr>
              <a:t>T (Test):</a:t>
            </a:r>
            <a:r>
              <a:rPr lang="en-GB" sz="1100" b="0" i="0" dirty="0">
                <a:solidFill>
                  <a:srgbClr val="000000"/>
                </a:solidFill>
                <a:effectLst/>
                <a:latin typeface="Arial"/>
              </a:rPr>
              <a:t> </a:t>
            </a:r>
            <a:r>
              <a:rPr lang="en-GB" sz="1100" b="0" i="0" dirty="0" err="1">
                <a:solidFill>
                  <a:srgbClr val="000000"/>
                </a:solidFill>
                <a:effectLst/>
                <a:latin typeface="Arial"/>
              </a:rPr>
              <a:t>Rastreie</a:t>
            </a:r>
            <a:r>
              <a:rPr lang="en-GB" sz="1100" b="0" i="0" dirty="0">
                <a:solidFill>
                  <a:srgbClr val="000000"/>
                </a:solidFill>
                <a:effectLst/>
                <a:latin typeface="Arial"/>
              </a:rPr>
              <a:t> </a:t>
            </a:r>
            <a:r>
              <a:rPr lang="en-GB" sz="1100" b="0" i="0" dirty="0" err="1">
                <a:solidFill>
                  <a:srgbClr val="000000"/>
                </a:solidFill>
                <a:effectLst/>
                <a:latin typeface="Arial"/>
              </a:rPr>
              <a:t>os</a:t>
            </a:r>
            <a:r>
              <a:rPr lang="en-GB" sz="1100" b="0" i="0" dirty="0">
                <a:solidFill>
                  <a:srgbClr val="000000"/>
                </a:solidFill>
                <a:effectLst/>
                <a:latin typeface="Arial"/>
              </a:rPr>
              <a:t> </a:t>
            </a:r>
            <a:r>
              <a:rPr lang="en-GB" sz="1100" b="0" i="0" dirty="0" err="1">
                <a:solidFill>
                  <a:srgbClr val="000000"/>
                </a:solidFill>
                <a:effectLst/>
                <a:latin typeface="Arial"/>
              </a:rPr>
              <a:t>resultados</a:t>
            </a:r>
            <a:r>
              <a:rPr lang="en-GB" sz="1100" b="0" i="0" dirty="0">
                <a:solidFill>
                  <a:srgbClr val="000000"/>
                </a:solidFill>
                <a:effectLst/>
                <a:latin typeface="Arial"/>
              </a:rPr>
              <a:t> </a:t>
            </a:r>
            <a:r>
              <a:rPr lang="en-GB" sz="1100" b="0" i="0" dirty="0" err="1">
                <a:solidFill>
                  <a:srgbClr val="000000"/>
                </a:solidFill>
                <a:effectLst/>
                <a:latin typeface="Arial"/>
              </a:rPr>
              <a:t>relatando</a:t>
            </a:r>
            <a:r>
              <a:rPr lang="en-GB" sz="1100" b="0" i="0" dirty="0">
                <a:solidFill>
                  <a:srgbClr val="000000"/>
                </a:solidFill>
                <a:effectLst/>
                <a:latin typeface="Arial"/>
              </a:rPr>
              <a:t> testes e </a:t>
            </a:r>
            <a:r>
              <a:rPr lang="en-GB" sz="1100" b="0" i="0" dirty="0" err="1">
                <a:solidFill>
                  <a:srgbClr val="000000"/>
                </a:solidFill>
                <a:effectLst/>
                <a:latin typeface="Arial"/>
              </a:rPr>
              <a:t>cenários</a:t>
            </a:r>
            <a:r>
              <a:rPr lang="en-GB" sz="1100" b="0" i="0" dirty="0">
                <a:solidFill>
                  <a:srgbClr val="000000"/>
                </a:solidFill>
                <a:effectLst/>
                <a:latin typeface="Arial"/>
              </a:rPr>
              <a:t> </a:t>
            </a:r>
            <a:r>
              <a:rPr lang="en-GB" sz="1100" b="0" i="0" dirty="0" err="1">
                <a:solidFill>
                  <a:srgbClr val="000000"/>
                </a:solidFill>
                <a:effectLst/>
                <a:latin typeface="Arial"/>
              </a:rPr>
              <a:t>experimentados</a:t>
            </a:r>
            <a:r>
              <a:rPr lang="en-GB" sz="1100" b="0" i="0" dirty="0">
                <a:solidFill>
                  <a:srgbClr val="000000"/>
                </a:solidFill>
                <a:effectLst/>
                <a:latin typeface="Arial"/>
              </a:rPr>
              <a:t> (</a:t>
            </a:r>
            <a:r>
              <a:rPr lang="en-GB" sz="1100" b="0" i="0" dirty="0" err="1">
                <a:solidFill>
                  <a:srgbClr val="000000"/>
                </a:solidFill>
                <a:effectLst/>
                <a:latin typeface="Arial"/>
              </a:rPr>
              <a:t>manuais</a:t>
            </a:r>
            <a:r>
              <a:rPr lang="en-GB" sz="1100" b="0" i="0" dirty="0">
                <a:solidFill>
                  <a:srgbClr val="000000"/>
                </a:solidFill>
                <a:effectLst/>
                <a:latin typeface="Arial"/>
              </a:rPr>
              <a:t>, </a:t>
            </a:r>
            <a:r>
              <a:rPr lang="en-GB" sz="1100" b="0" i="0" dirty="0" err="1">
                <a:solidFill>
                  <a:srgbClr val="000000"/>
                </a:solidFill>
                <a:effectLst/>
                <a:latin typeface="Arial"/>
              </a:rPr>
              <a:t>automáticos</a:t>
            </a:r>
            <a:r>
              <a:rPr lang="en-GB" sz="1100" b="0" i="0" dirty="0">
                <a:solidFill>
                  <a:srgbClr val="000000"/>
                </a:solidFill>
                <a:effectLst/>
                <a:latin typeface="Arial"/>
              </a:rPr>
              <a:t>).</a:t>
            </a:r>
          </a:p>
          <a:p>
            <a:pPr marL="742950" lvl="1" indent="-28575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1100" b="1" i="0" dirty="0">
                <a:solidFill>
                  <a:srgbClr val="000000"/>
                </a:solidFill>
                <a:effectLst/>
                <a:latin typeface="Arial"/>
              </a:rPr>
              <a:t>O (Optimize):</a:t>
            </a:r>
            <a:r>
              <a:rPr lang="en-GB" sz="1100" b="0" i="0" dirty="0">
                <a:solidFill>
                  <a:srgbClr val="000000"/>
                </a:solidFill>
                <a:effectLst/>
                <a:latin typeface="Arial"/>
              </a:rPr>
              <a:t> </a:t>
            </a:r>
            <a:r>
              <a:rPr lang="en-GB" sz="1100" b="0" i="0" dirty="0" err="1">
                <a:solidFill>
                  <a:srgbClr val="000000"/>
                </a:solidFill>
                <a:effectLst/>
                <a:latin typeface="Arial"/>
              </a:rPr>
              <a:t>Sugira</a:t>
            </a:r>
            <a:r>
              <a:rPr lang="en-GB" sz="1100" b="0" i="0" dirty="0">
                <a:solidFill>
                  <a:srgbClr val="000000"/>
                </a:solidFill>
                <a:effectLst/>
                <a:latin typeface="Arial"/>
              </a:rPr>
              <a:t> </a:t>
            </a:r>
            <a:r>
              <a:rPr lang="en-GB" sz="1100" b="0" i="0" dirty="0" err="1">
                <a:solidFill>
                  <a:srgbClr val="000000"/>
                </a:solidFill>
                <a:effectLst/>
                <a:latin typeface="Arial"/>
              </a:rPr>
              <a:t>melhorias</a:t>
            </a:r>
            <a:r>
              <a:rPr lang="en-GB" sz="1100" b="0" i="0" dirty="0">
                <a:solidFill>
                  <a:srgbClr val="000000"/>
                </a:solidFill>
                <a:effectLst/>
                <a:latin typeface="Arial"/>
              </a:rPr>
              <a:t> de </a:t>
            </a:r>
            <a:r>
              <a:rPr lang="en-GB" sz="1100" b="0" i="0" dirty="0" err="1">
                <a:solidFill>
                  <a:srgbClr val="000000"/>
                </a:solidFill>
                <a:effectLst/>
                <a:latin typeface="Arial"/>
              </a:rPr>
              <a:t>complexidade</a:t>
            </a:r>
            <a:r>
              <a:rPr lang="en-GB" sz="1100" b="0" i="0" dirty="0">
                <a:solidFill>
                  <a:srgbClr val="000000"/>
                </a:solidFill>
                <a:effectLst/>
                <a:latin typeface="Arial"/>
              </a:rPr>
              <a:t> </a:t>
            </a:r>
            <a:r>
              <a:rPr lang="en-GB" sz="1100" b="0" i="0" dirty="0" err="1">
                <a:solidFill>
                  <a:srgbClr val="000000"/>
                </a:solidFill>
                <a:effectLst/>
                <a:latin typeface="Arial"/>
              </a:rPr>
              <a:t>ou</a:t>
            </a:r>
            <a:r>
              <a:rPr lang="en-GB" sz="1100" b="0" i="0" dirty="0">
                <a:solidFill>
                  <a:srgbClr val="000000"/>
                </a:solidFill>
                <a:effectLst/>
                <a:latin typeface="Arial"/>
              </a:rPr>
              <a:t> </a:t>
            </a:r>
            <a:r>
              <a:rPr lang="en-GB" sz="1100" b="0" i="0" dirty="0" err="1">
                <a:solidFill>
                  <a:srgbClr val="000000"/>
                </a:solidFill>
                <a:effectLst/>
                <a:latin typeface="Arial"/>
              </a:rPr>
              <a:t>discuta</a:t>
            </a:r>
            <a:r>
              <a:rPr lang="en-GB" sz="1100" b="0" i="0" dirty="0">
                <a:solidFill>
                  <a:srgbClr val="000000"/>
                </a:solidFill>
                <a:effectLst/>
                <a:latin typeface="Arial"/>
              </a:rPr>
              <a:t> </a:t>
            </a:r>
            <a:r>
              <a:rPr lang="en-GB" sz="1100" b="0" i="0" dirty="0" err="1">
                <a:solidFill>
                  <a:srgbClr val="000000"/>
                </a:solidFill>
                <a:effectLst/>
                <a:latin typeface="Arial"/>
              </a:rPr>
              <a:t>os</a:t>
            </a:r>
            <a:r>
              <a:rPr lang="en-GB" sz="1100" b="0" i="0" dirty="0">
                <a:solidFill>
                  <a:srgbClr val="000000"/>
                </a:solidFill>
                <a:effectLst/>
                <a:latin typeface="Arial"/>
              </a:rPr>
              <a:t> </a:t>
            </a:r>
            <a:r>
              <a:rPr lang="en-GB" sz="1100" b="0" i="1" dirty="0">
                <a:solidFill>
                  <a:srgbClr val="000000"/>
                </a:solidFill>
                <a:effectLst/>
                <a:latin typeface="Arial"/>
              </a:rPr>
              <a:t>"trade-offs"</a:t>
            </a:r>
            <a:r>
              <a:rPr lang="en-GB" sz="1100" b="0" i="0" dirty="0">
                <a:solidFill>
                  <a:srgbClr val="000000"/>
                </a:solidFill>
                <a:effectLst/>
                <a:latin typeface="Arial"/>
              </a:rPr>
              <a:t> </a:t>
            </a:r>
            <a:r>
              <a:rPr lang="en-GB" sz="1100" b="0" i="0" dirty="0" err="1">
                <a:solidFill>
                  <a:srgbClr val="000000"/>
                </a:solidFill>
                <a:effectLst/>
                <a:latin typeface="Arial"/>
              </a:rPr>
              <a:t>estabelecidos</a:t>
            </a:r>
            <a:r>
              <a:rPr lang="en-GB" sz="1100" b="0" i="0" dirty="0">
                <a:solidFill>
                  <a:srgbClr val="000000"/>
                </a:solidFill>
                <a:effectLst/>
                <a:latin typeface="Arial"/>
              </a:rPr>
              <a:t> </a:t>
            </a:r>
            <a:r>
              <a:rPr lang="en-GB" sz="1100" b="0" i="0" dirty="0" err="1">
                <a:solidFill>
                  <a:srgbClr val="000000"/>
                </a:solidFill>
                <a:effectLst/>
                <a:latin typeface="Arial"/>
              </a:rPr>
              <a:t>na</a:t>
            </a:r>
            <a:r>
              <a:rPr lang="en-GB" sz="1100" b="0" i="0" dirty="0">
                <a:solidFill>
                  <a:srgbClr val="000000"/>
                </a:solidFill>
                <a:effectLst/>
                <a:latin typeface="Arial"/>
              </a:rPr>
              <a:t> </a:t>
            </a:r>
            <a:r>
              <a:rPr lang="en-GB" sz="1100" b="0" i="0" dirty="0" err="1">
                <a:solidFill>
                  <a:srgbClr val="000000"/>
                </a:solidFill>
                <a:effectLst/>
                <a:latin typeface="Arial"/>
              </a:rPr>
              <a:t>implementação</a:t>
            </a:r>
            <a:r>
              <a:rPr lang="en-GB" sz="1100" b="0" i="0" dirty="0">
                <a:solidFill>
                  <a:srgbClr val="000000"/>
                </a:solidFill>
                <a:effectLst/>
                <a:latin typeface="Arial"/>
              </a:rPr>
              <a:t>. Nem sempre </a:t>
            </a:r>
            <a:r>
              <a:rPr lang="en-GB" sz="1100" b="0" i="0" dirty="0" err="1">
                <a:solidFill>
                  <a:srgbClr val="000000"/>
                </a:solidFill>
                <a:effectLst/>
                <a:latin typeface="Arial"/>
              </a:rPr>
              <a:t>isso</a:t>
            </a:r>
            <a:r>
              <a:rPr lang="en-GB" sz="1100" b="0" i="0" dirty="0">
                <a:solidFill>
                  <a:srgbClr val="000000"/>
                </a:solidFill>
                <a:effectLst/>
                <a:latin typeface="Arial"/>
              </a:rPr>
              <a:t> se </a:t>
            </a:r>
            <a:r>
              <a:rPr lang="en-GB" sz="1100" b="0" i="0" dirty="0" err="1">
                <a:solidFill>
                  <a:srgbClr val="000000"/>
                </a:solidFill>
                <a:effectLst/>
                <a:latin typeface="Arial"/>
              </a:rPr>
              <a:t>aplica</a:t>
            </a:r>
            <a:r>
              <a:rPr lang="en-GB" sz="1100" b="0" i="0" dirty="0">
                <a:solidFill>
                  <a:srgbClr val="000000"/>
                </a:solidFill>
                <a:effectLst/>
                <a:latin typeface="Arial"/>
              </a:rPr>
              <a:t>.</a:t>
            </a:r>
          </a:p>
          <a:p>
            <a:pPr marL="342900" lvl="0" indent="-34290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1100" b="0" i="0" dirty="0" err="1">
                <a:solidFill>
                  <a:srgbClr val="000000"/>
                </a:solidFill>
                <a:effectLst/>
                <a:latin typeface="Arial"/>
              </a:rPr>
              <a:t>Você</a:t>
            </a:r>
            <a:r>
              <a:rPr lang="en-GB" sz="1100" b="0" i="0" dirty="0">
                <a:solidFill>
                  <a:srgbClr val="000000"/>
                </a:solidFill>
                <a:effectLst/>
                <a:latin typeface="Arial"/>
              </a:rPr>
              <a:t> </a:t>
            </a:r>
            <a:r>
              <a:rPr lang="en-GB" sz="1100" b="0" i="0" dirty="0" err="1">
                <a:solidFill>
                  <a:srgbClr val="000000"/>
                </a:solidFill>
                <a:effectLst/>
                <a:latin typeface="Arial"/>
              </a:rPr>
              <a:t>pode</a:t>
            </a:r>
            <a:r>
              <a:rPr lang="en-GB" sz="1100" b="0" i="0" dirty="0">
                <a:solidFill>
                  <a:srgbClr val="000000"/>
                </a:solidFill>
                <a:effectLst/>
                <a:latin typeface="Arial"/>
              </a:rPr>
              <a:t> e </a:t>
            </a:r>
            <a:r>
              <a:rPr lang="en-GB" sz="1100" b="0" i="0" dirty="0" err="1">
                <a:solidFill>
                  <a:srgbClr val="000000"/>
                </a:solidFill>
                <a:effectLst/>
                <a:latin typeface="Arial"/>
              </a:rPr>
              <a:t>deve</a:t>
            </a:r>
            <a:r>
              <a:rPr lang="en-GB" sz="1100" b="0" i="0" dirty="0">
                <a:solidFill>
                  <a:srgbClr val="000000"/>
                </a:solidFill>
                <a:effectLst/>
                <a:latin typeface="Arial"/>
              </a:rPr>
              <a:t> </a:t>
            </a:r>
            <a:r>
              <a:rPr lang="en-GB" sz="1100" b="0" i="0" dirty="0" err="1">
                <a:solidFill>
                  <a:srgbClr val="000000"/>
                </a:solidFill>
                <a:effectLst/>
                <a:latin typeface="Arial"/>
              </a:rPr>
              <a:t>fazer</a:t>
            </a:r>
            <a:r>
              <a:rPr lang="en-GB" sz="1100" b="0" i="0" dirty="0">
                <a:solidFill>
                  <a:srgbClr val="000000"/>
                </a:solidFill>
                <a:effectLst/>
                <a:latin typeface="Arial"/>
              </a:rPr>
              <a:t> </a:t>
            </a:r>
            <a:r>
              <a:rPr lang="en-GB" sz="1100" b="0" i="0" dirty="0" err="1">
                <a:solidFill>
                  <a:srgbClr val="000000"/>
                </a:solidFill>
                <a:effectLst/>
                <a:latin typeface="Arial"/>
              </a:rPr>
              <a:t>qualquer</a:t>
            </a:r>
            <a:r>
              <a:rPr lang="en-GB" sz="1100" b="0" i="0" dirty="0">
                <a:solidFill>
                  <a:srgbClr val="000000"/>
                </a:solidFill>
                <a:effectLst/>
                <a:latin typeface="Arial"/>
              </a:rPr>
              <a:t> </a:t>
            </a:r>
            <a:r>
              <a:rPr lang="en-GB" sz="1100" b="0" i="0" dirty="0" err="1">
                <a:solidFill>
                  <a:srgbClr val="000000"/>
                </a:solidFill>
                <a:effectLst/>
                <a:latin typeface="Arial"/>
              </a:rPr>
              <a:t>questionamento</a:t>
            </a:r>
            <a:r>
              <a:rPr lang="en-GB" sz="1100" b="0" i="0" dirty="0">
                <a:solidFill>
                  <a:srgbClr val="000000"/>
                </a:solidFill>
                <a:effectLst/>
                <a:latin typeface="Arial"/>
              </a:rPr>
              <a:t> </a:t>
            </a:r>
            <a:r>
              <a:rPr lang="en-GB" sz="1100" b="0" i="0" dirty="0" err="1">
                <a:solidFill>
                  <a:srgbClr val="000000"/>
                </a:solidFill>
                <a:effectLst/>
                <a:latin typeface="Arial"/>
              </a:rPr>
              <a:t>ou</a:t>
            </a:r>
            <a:r>
              <a:rPr lang="en-GB" sz="1100" b="0" i="0" dirty="0">
                <a:solidFill>
                  <a:srgbClr val="000000"/>
                </a:solidFill>
                <a:effectLst/>
                <a:latin typeface="Arial"/>
              </a:rPr>
              <a:t> </a:t>
            </a:r>
            <a:r>
              <a:rPr lang="en-GB" sz="1100" b="0" i="0" dirty="0" err="1">
                <a:solidFill>
                  <a:srgbClr val="000000"/>
                </a:solidFill>
                <a:effectLst/>
                <a:latin typeface="Arial"/>
              </a:rPr>
              <a:t>tirar</a:t>
            </a:r>
            <a:r>
              <a:rPr lang="en-GB" sz="1100" b="0" i="0" dirty="0">
                <a:solidFill>
                  <a:srgbClr val="000000"/>
                </a:solidFill>
                <a:effectLst/>
                <a:latin typeface="Arial"/>
              </a:rPr>
              <a:t> </a:t>
            </a:r>
            <a:r>
              <a:rPr lang="en-GB" sz="1100" b="0" i="0" dirty="0" err="1">
                <a:solidFill>
                  <a:srgbClr val="000000"/>
                </a:solidFill>
                <a:effectLst/>
                <a:latin typeface="Arial"/>
              </a:rPr>
              <a:t>dúvidas</a:t>
            </a:r>
            <a:r>
              <a:rPr lang="en-GB" sz="1100" b="0" i="0" dirty="0">
                <a:solidFill>
                  <a:srgbClr val="000000"/>
                </a:solidFill>
                <a:effectLst/>
                <a:latin typeface="Arial"/>
              </a:rPr>
              <a:t> com o </a:t>
            </a:r>
            <a:r>
              <a:rPr lang="en-GB" sz="1100" b="0" i="0" dirty="0" err="1">
                <a:solidFill>
                  <a:srgbClr val="000000"/>
                </a:solidFill>
                <a:effectLst/>
                <a:latin typeface="Arial"/>
              </a:rPr>
              <a:t>próprio</a:t>
            </a:r>
            <a:r>
              <a:rPr lang="en-GB" sz="1100" b="0" i="0" dirty="0">
                <a:solidFill>
                  <a:srgbClr val="000000"/>
                </a:solidFill>
                <a:effectLst/>
                <a:latin typeface="Arial"/>
              </a:rPr>
              <a:t> GitHub Copilot e/</a:t>
            </a:r>
            <a:r>
              <a:rPr lang="en-GB" sz="1100" b="0" i="0" dirty="0" err="1">
                <a:solidFill>
                  <a:srgbClr val="000000"/>
                </a:solidFill>
                <a:effectLst/>
                <a:latin typeface="Arial"/>
              </a:rPr>
              <a:t>ou</a:t>
            </a:r>
            <a:r>
              <a:rPr lang="en-GB" sz="1100" b="0" i="0" dirty="0">
                <a:solidFill>
                  <a:srgbClr val="000000"/>
                </a:solidFill>
                <a:effectLst/>
                <a:latin typeface="Arial"/>
              </a:rPr>
              <a:t> com o professor </a:t>
            </a:r>
            <a:r>
              <a:rPr lang="en-GB" sz="1100" b="0" i="0" dirty="0" err="1">
                <a:solidFill>
                  <a:srgbClr val="000000"/>
                </a:solidFill>
                <a:effectLst/>
                <a:latin typeface="Arial"/>
              </a:rPr>
              <a:t>durante</a:t>
            </a:r>
            <a:r>
              <a:rPr lang="en-GB" sz="1100" b="0" i="0" dirty="0">
                <a:solidFill>
                  <a:srgbClr val="000000"/>
                </a:solidFill>
                <a:effectLst/>
                <a:latin typeface="Arial"/>
              </a:rPr>
              <a:t> o </a:t>
            </a:r>
            <a:r>
              <a:rPr lang="en-GB" sz="1100" b="0" i="0" dirty="0" err="1">
                <a:solidFill>
                  <a:srgbClr val="000000"/>
                </a:solidFill>
                <a:effectLst/>
                <a:latin typeface="Arial"/>
              </a:rPr>
              <a:t>processo</a:t>
            </a:r>
            <a:r>
              <a:rPr lang="en-GB" sz="1100" b="0" i="0" dirty="0">
                <a:solidFill>
                  <a:srgbClr val="000000"/>
                </a:solidFill>
                <a:effectLst/>
                <a:latin typeface="Arial"/>
              </a:rPr>
              <a:t>.</a:t>
            </a:r>
          </a:p>
          <a:p>
            <a:pPr marL="342900" lvl="0" indent="-34290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1100" b="1" i="0" dirty="0">
                <a:solidFill>
                  <a:srgbClr val="000000"/>
                </a:solidFill>
                <a:effectLst/>
                <a:latin typeface="Arial"/>
              </a:rPr>
              <a:t>Antes de </a:t>
            </a:r>
            <a:r>
              <a:rPr lang="en-GB" sz="1100" b="1" i="0" dirty="0" err="1">
                <a:solidFill>
                  <a:srgbClr val="000000"/>
                </a:solidFill>
                <a:effectLst/>
                <a:latin typeface="Arial"/>
              </a:rPr>
              <a:t>fazer</a:t>
            </a:r>
            <a:r>
              <a:rPr lang="en-GB" sz="1100" b="1" i="0" dirty="0">
                <a:solidFill>
                  <a:srgbClr val="000000"/>
                </a:solidFill>
                <a:effectLst/>
                <a:latin typeface="Arial"/>
              </a:rPr>
              <a:t> o commit</a:t>
            </a:r>
            <a:r>
              <a:rPr lang="en-GB" sz="1100" b="0" i="0" dirty="0">
                <a:solidFill>
                  <a:srgbClr val="000000"/>
                </a:solidFill>
                <a:effectLst/>
                <a:latin typeface="Arial"/>
              </a:rPr>
              <a:t>, </a:t>
            </a:r>
            <a:r>
              <a:rPr lang="en-GB" sz="1100" b="0" i="0" dirty="0" err="1">
                <a:solidFill>
                  <a:srgbClr val="000000"/>
                </a:solidFill>
                <a:effectLst/>
                <a:latin typeface="Arial"/>
              </a:rPr>
              <a:t>você</a:t>
            </a:r>
            <a:r>
              <a:rPr lang="en-GB" sz="1100" b="0" i="0" dirty="0">
                <a:solidFill>
                  <a:srgbClr val="000000"/>
                </a:solidFill>
                <a:effectLst/>
                <a:latin typeface="Arial"/>
              </a:rPr>
              <a:t> </a:t>
            </a:r>
            <a:r>
              <a:rPr lang="en-GB" sz="1100" b="1" i="0" dirty="0" err="1">
                <a:solidFill>
                  <a:srgbClr val="000000"/>
                </a:solidFill>
                <a:effectLst/>
                <a:latin typeface="Arial"/>
              </a:rPr>
              <a:t>deve</a:t>
            </a:r>
            <a:r>
              <a:rPr lang="en-GB" sz="1100" b="1" i="0" dirty="0">
                <a:solidFill>
                  <a:srgbClr val="000000"/>
                </a:solidFill>
                <a:effectLst/>
                <a:latin typeface="Arial"/>
              </a:rPr>
              <a:t> </a:t>
            </a:r>
            <a:r>
              <a:rPr lang="en-GB" sz="1100" b="1" i="0" dirty="0" err="1">
                <a:solidFill>
                  <a:srgbClr val="000000"/>
                </a:solidFill>
                <a:effectLst/>
                <a:latin typeface="Arial"/>
              </a:rPr>
              <a:t>perguntar</a:t>
            </a:r>
            <a:r>
              <a:rPr lang="en-GB" sz="1100" b="1" i="0" dirty="0">
                <a:solidFill>
                  <a:srgbClr val="000000"/>
                </a:solidFill>
                <a:effectLst/>
                <a:latin typeface="Arial"/>
              </a:rPr>
              <a:t> </a:t>
            </a:r>
            <a:r>
              <a:rPr lang="en-GB" sz="1100" b="1" i="0" dirty="0" err="1">
                <a:solidFill>
                  <a:srgbClr val="000000"/>
                </a:solidFill>
                <a:effectLst/>
                <a:latin typeface="Arial"/>
              </a:rPr>
              <a:t>ao</a:t>
            </a:r>
            <a:r>
              <a:rPr lang="en-GB" sz="1100" b="1" i="0" dirty="0">
                <a:solidFill>
                  <a:srgbClr val="000000"/>
                </a:solidFill>
                <a:effectLst/>
                <a:latin typeface="Arial"/>
              </a:rPr>
              <a:t> Copilot</a:t>
            </a:r>
            <a:r>
              <a:rPr lang="en-GB" sz="1100" b="0" i="0" dirty="0">
                <a:solidFill>
                  <a:srgbClr val="000000"/>
                </a:solidFill>
                <a:effectLst/>
                <a:latin typeface="Arial"/>
              </a:rPr>
              <a:t>: </a:t>
            </a:r>
            <a:r>
              <a:rPr lang="en-GB" sz="1100" b="0" i="1" dirty="0">
                <a:solidFill>
                  <a:srgbClr val="000000"/>
                </a:solidFill>
                <a:effectLst/>
                <a:latin typeface="Arial"/>
              </a:rPr>
              <a:t>"Minha </a:t>
            </a:r>
            <a:r>
              <a:rPr lang="en-GB" sz="1100" b="0" i="1" dirty="0" err="1">
                <a:solidFill>
                  <a:srgbClr val="000000"/>
                </a:solidFill>
                <a:effectLst/>
                <a:latin typeface="Arial"/>
              </a:rPr>
              <a:t>tarefa</a:t>
            </a:r>
            <a:r>
              <a:rPr lang="en-GB" sz="1100" b="0" i="1" dirty="0">
                <a:solidFill>
                  <a:srgbClr val="000000"/>
                </a:solidFill>
                <a:effectLst/>
                <a:latin typeface="Arial"/>
              </a:rPr>
              <a:t> </a:t>
            </a:r>
            <a:r>
              <a:rPr lang="en-GB" sz="1100" b="0" i="1" dirty="0" err="1">
                <a:solidFill>
                  <a:srgbClr val="000000"/>
                </a:solidFill>
                <a:effectLst/>
                <a:latin typeface="Arial"/>
              </a:rPr>
              <a:t>está</a:t>
            </a:r>
            <a:r>
              <a:rPr lang="en-GB" sz="1100" b="0" i="1" dirty="0">
                <a:solidFill>
                  <a:srgbClr val="000000"/>
                </a:solidFill>
                <a:effectLst/>
                <a:latin typeface="Arial"/>
              </a:rPr>
              <a:t> </a:t>
            </a:r>
            <a:r>
              <a:rPr lang="en-GB" sz="1100" b="0" i="1" dirty="0" err="1">
                <a:solidFill>
                  <a:srgbClr val="000000"/>
                </a:solidFill>
                <a:effectLst/>
                <a:latin typeface="Arial"/>
              </a:rPr>
              <a:t>pronta</a:t>
            </a:r>
            <a:r>
              <a:rPr lang="en-GB" sz="1100" b="0" i="1" dirty="0">
                <a:solidFill>
                  <a:srgbClr val="000000"/>
                </a:solidFill>
                <a:effectLst/>
                <a:latin typeface="Arial"/>
              </a:rPr>
              <a:t> para commit e de </a:t>
            </a:r>
            <a:r>
              <a:rPr lang="en-GB" sz="1100" b="0" i="1" dirty="0" err="1">
                <a:solidFill>
                  <a:srgbClr val="000000"/>
                </a:solidFill>
                <a:effectLst/>
                <a:latin typeface="Arial"/>
              </a:rPr>
              <a:t>acordo</a:t>
            </a:r>
            <a:r>
              <a:rPr lang="en-GB" sz="1100" b="0" i="1" dirty="0">
                <a:solidFill>
                  <a:srgbClr val="000000"/>
                </a:solidFill>
                <a:effectLst/>
                <a:latin typeface="Arial"/>
              </a:rPr>
              <a:t> com as </a:t>
            </a:r>
            <a:r>
              <a:rPr lang="en-GB" sz="1100" b="0" i="1" dirty="0" err="1">
                <a:solidFill>
                  <a:srgbClr val="000000"/>
                </a:solidFill>
                <a:effectLst/>
                <a:latin typeface="Arial"/>
              </a:rPr>
              <a:t>regras</a:t>
            </a:r>
            <a:r>
              <a:rPr lang="en-GB" sz="1100" b="0" i="1" dirty="0">
                <a:solidFill>
                  <a:srgbClr val="000000"/>
                </a:solidFill>
                <a:effectLst/>
                <a:latin typeface="Arial"/>
              </a:rPr>
              <a:t> do pipeline mastery-aware?"</a:t>
            </a:r>
            <a:endParaRPr lang="en-GB" sz="1100" b="0" i="0" dirty="0">
              <a:solidFill>
                <a:srgbClr val="000000"/>
              </a:solidFill>
              <a:effectLst/>
              <a:latin typeface="Arial"/>
            </a:endParaRPr>
          </a:p>
          <a:p>
            <a:pPr marL="342900" lvl="0" indent="-34290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1100" b="0" i="0" dirty="0" err="1">
                <a:solidFill>
                  <a:srgbClr val="000000"/>
                </a:solidFill>
                <a:effectLst/>
                <a:latin typeface="Arial"/>
              </a:rPr>
              <a:t>Apenas</a:t>
            </a:r>
            <a:r>
              <a:rPr lang="en-GB" sz="1100" b="0" i="0" dirty="0">
                <a:solidFill>
                  <a:srgbClr val="000000"/>
                </a:solidFill>
                <a:effectLst/>
                <a:latin typeface="Arial"/>
              </a:rPr>
              <a:t> </a:t>
            </a:r>
            <a:r>
              <a:rPr lang="en-GB" sz="1100" b="0" i="0" dirty="0" err="1">
                <a:solidFill>
                  <a:srgbClr val="000000"/>
                </a:solidFill>
                <a:effectLst/>
                <a:latin typeface="Arial"/>
              </a:rPr>
              <a:t>quando</a:t>
            </a:r>
            <a:r>
              <a:rPr lang="en-GB" sz="1100" b="0" i="0" dirty="0">
                <a:solidFill>
                  <a:srgbClr val="000000"/>
                </a:solidFill>
                <a:effectLst/>
                <a:latin typeface="Arial"/>
              </a:rPr>
              <a:t> o Copilot </a:t>
            </a:r>
            <a:r>
              <a:rPr lang="en-GB" sz="1100" b="0" i="0" dirty="0" err="1">
                <a:solidFill>
                  <a:srgbClr val="000000"/>
                </a:solidFill>
                <a:effectLst/>
                <a:latin typeface="Arial"/>
              </a:rPr>
              <a:t>validar</a:t>
            </a:r>
            <a:r>
              <a:rPr lang="en-GB" sz="1100" b="0" i="0" dirty="0">
                <a:solidFill>
                  <a:srgbClr val="000000"/>
                </a:solidFill>
                <a:effectLst/>
                <a:latin typeface="Arial"/>
              </a:rPr>
              <a:t> </a:t>
            </a:r>
            <a:r>
              <a:rPr lang="en-GB" sz="1100" b="0" i="0" dirty="0" err="1">
                <a:solidFill>
                  <a:srgbClr val="000000"/>
                </a:solidFill>
                <a:effectLst/>
                <a:latin typeface="Arial"/>
              </a:rPr>
              <a:t>sua</a:t>
            </a:r>
            <a:r>
              <a:rPr lang="en-GB" sz="1100" b="0" i="0" dirty="0">
                <a:solidFill>
                  <a:srgbClr val="000000"/>
                </a:solidFill>
                <a:effectLst/>
                <a:latin typeface="Arial"/>
              </a:rPr>
              <a:t> </a:t>
            </a:r>
            <a:r>
              <a:rPr lang="en-GB" sz="1100" b="0" i="0" dirty="0" err="1">
                <a:solidFill>
                  <a:srgbClr val="000000"/>
                </a:solidFill>
                <a:effectLst/>
                <a:latin typeface="Arial"/>
              </a:rPr>
              <a:t>conclusão</a:t>
            </a:r>
            <a:r>
              <a:rPr lang="en-GB" sz="1100" b="0" i="0" dirty="0">
                <a:solidFill>
                  <a:srgbClr val="000000"/>
                </a:solidFill>
                <a:effectLst/>
                <a:latin typeface="Arial"/>
              </a:rPr>
              <a:t> (</a:t>
            </a:r>
            <a:r>
              <a:rPr lang="en-GB" sz="1100" b="0" i="0" dirty="0" err="1">
                <a:solidFill>
                  <a:srgbClr val="000000"/>
                </a:solidFill>
                <a:effectLst/>
                <a:latin typeface="Arial"/>
              </a:rPr>
              <a:t>verificando</a:t>
            </a:r>
            <a:r>
              <a:rPr lang="en-GB" sz="1100" b="0" i="0" dirty="0">
                <a:solidFill>
                  <a:srgbClr val="000000"/>
                </a:solidFill>
                <a:effectLst/>
                <a:latin typeface="Arial"/>
              </a:rPr>
              <a:t> </a:t>
            </a:r>
            <a:r>
              <a:rPr lang="en-GB" sz="1100" b="0" i="0" dirty="0" err="1">
                <a:solidFill>
                  <a:srgbClr val="000000"/>
                </a:solidFill>
                <a:effectLst/>
                <a:latin typeface="Arial"/>
              </a:rPr>
              <a:t>os</a:t>
            </a:r>
            <a:r>
              <a:rPr lang="en-GB" sz="1100" b="0" i="0" dirty="0">
                <a:solidFill>
                  <a:srgbClr val="000000"/>
                </a:solidFill>
                <a:effectLst/>
                <a:latin typeface="Arial"/>
              </a:rPr>
              <a:t> </a:t>
            </a:r>
            <a:r>
              <a:rPr lang="en-GB" sz="1100" b="0" i="0" dirty="0" err="1">
                <a:solidFill>
                  <a:srgbClr val="000000"/>
                </a:solidFill>
                <a:effectLst/>
                <a:latin typeface="Arial"/>
              </a:rPr>
              <a:t>artefatos</a:t>
            </a:r>
            <a:r>
              <a:rPr lang="en-GB" sz="1100" b="0" i="0" dirty="0">
                <a:solidFill>
                  <a:srgbClr val="000000"/>
                </a:solidFill>
                <a:effectLst/>
                <a:latin typeface="Arial"/>
              </a:rPr>
              <a:t>) e der o "OK", </a:t>
            </a:r>
            <a:r>
              <a:rPr lang="en-GB" sz="1100" b="0" i="0" dirty="0" err="1">
                <a:solidFill>
                  <a:srgbClr val="000000"/>
                </a:solidFill>
                <a:effectLst/>
                <a:latin typeface="Arial"/>
              </a:rPr>
              <a:t>você</a:t>
            </a:r>
            <a:r>
              <a:rPr lang="en-GB" sz="1100" b="0" i="0" dirty="0">
                <a:solidFill>
                  <a:srgbClr val="000000"/>
                </a:solidFill>
                <a:effectLst/>
                <a:latin typeface="Arial"/>
              </a:rPr>
              <a:t> </a:t>
            </a:r>
            <a:r>
              <a:rPr lang="en-GB" sz="1100" b="0" i="0" dirty="0" err="1">
                <a:solidFill>
                  <a:srgbClr val="000000"/>
                </a:solidFill>
                <a:effectLst/>
                <a:latin typeface="Arial"/>
              </a:rPr>
              <a:t>deverá</a:t>
            </a:r>
            <a:r>
              <a:rPr lang="en-GB" sz="1100" b="0" i="0" dirty="0">
                <a:solidFill>
                  <a:srgbClr val="000000"/>
                </a:solidFill>
                <a:effectLst/>
                <a:latin typeface="Arial"/>
              </a:rPr>
              <a:t> </a:t>
            </a:r>
            <a:r>
              <a:rPr lang="en-GB" sz="1100" b="0" i="0" dirty="0" err="1">
                <a:solidFill>
                  <a:srgbClr val="000000"/>
                </a:solidFill>
                <a:effectLst/>
                <a:latin typeface="Arial"/>
              </a:rPr>
              <a:t>realizar</a:t>
            </a:r>
            <a:r>
              <a:rPr lang="en-GB" sz="1100" b="0" i="0" dirty="0">
                <a:solidFill>
                  <a:srgbClr val="000000"/>
                </a:solidFill>
                <a:effectLst/>
                <a:latin typeface="Arial"/>
              </a:rPr>
              <a:t> o commit de </a:t>
            </a:r>
            <a:r>
              <a:rPr lang="en-GB" sz="1100" b="0" i="0" dirty="0" err="1">
                <a:solidFill>
                  <a:srgbClr val="000000"/>
                </a:solidFill>
                <a:effectLst/>
                <a:latin typeface="Arial"/>
              </a:rPr>
              <a:t>todos</a:t>
            </a:r>
            <a:r>
              <a:rPr lang="en-GB" sz="1100" b="0" i="0" dirty="0">
                <a:solidFill>
                  <a:srgbClr val="000000"/>
                </a:solidFill>
                <a:effectLst/>
                <a:latin typeface="Arial"/>
              </a:rPr>
              <a:t> </a:t>
            </a:r>
            <a:r>
              <a:rPr lang="en-GB" sz="1100" b="0" i="0" dirty="0" err="1">
                <a:solidFill>
                  <a:srgbClr val="000000"/>
                </a:solidFill>
                <a:effectLst/>
                <a:latin typeface="Arial"/>
              </a:rPr>
              <a:t>os</a:t>
            </a:r>
            <a:r>
              <a:rPr lang="en-GB" sz="1100" b="0" i="0" dirty="0">
                <a:solidFill>
                  <a:srgbClr val="000000"/>
                </a:solidFill>
                <a:effectLst/>
                <a:latin typeface="Arial"/>
              </a:rPr>
              <a:t> </a:t>
            </a:r>
            <a:r>
              <a:rPr lang="en-GB" sz="1100" b="0" i="0" dirty="0" err="1">
                <a:solidFill>
                  <a:srgbClr val="000000"/>
                </a:solidFill>
                <a:effectLst/>
                <a:latin typeface="Arial"/>
              </a:rPr>
              <a:t>arquivos</a:t>
            </a:r>
            <a:r>
              <a:rPr lang="en-GB" sz="1100" b="0" i="0" dirty="0">
                <a:solidFill>
                  <a:srgbClr val="000000"/>
                </a:solidFill>
                <a:effectLst/>
                <a:latin typeface="Arial"/>
              </a:rPr>
              <a:t> </a:t>
            </a:r>
            <a:r>
              <a:rPr lang="en-GB" sz="1100" b="0" i="0" dirty="0" err="1">
                <a:solidFill>
                  <a:srgbClr val="000000"/>
                </a:solidFill>
                <a:effectLst/>
                <a:latin typeface="Arial"/>
              </a:rPr>
              <a:t>modificados</a:t>
            </a:r>
            <a:r>
              <a:rPr lang="en-GB" sz="1100" b="0" i="0" dirty="0">
                <a:solidFill>
                  <a:srgbClr val="000000"/>
                </a:solidFill>
                <a:effectLst/>
                <a:latin typeface="Arial"/>
              </a:rPr>
              <a:t> </a:t>
            </a:r>
            <a:r>
              <a:rPr lang="en-GB" sz="1100" b="0" i="0" dirty="0" err="1">
                <a:solidFill>
                  <a:srgbClr val="000000"/>
                </a:solidFill>
                <a:effectLst/>
                <a:latin typeface="Arial"/>
              </a:rPr>
              <a:t>nesta</a:t>
            </a:r>
            <a:r>
              <a:rPr lang="en-GB" sz="1100" b="0" i="0" dirty="0">
                <a:solidFill>
                  <a:srgbClr val="000000"/>
                </a:solidFill>
                <a:effectLst/>
                <a:latin typeface="Arial"/>
              </a:rPr>
              <a:t> </a:t>
            </a:r>
            <a:r>
              <a:rPr lang="en-GB" sz="1100" b="0" i="0" dirty="0" err="1">
                <a:solidFill>
                  <a:srgbClr val="000000"/>
                </a:solidFill>
                <a:effectLst/>
                <a:latin typeface="Arial"/>
              </a:rPr>
              <a:t>primeira</a:t>
            </a:r>
            <a:r>
              <a:rPr lang="en-GB" sz="1100" b="0" i="0" dirty="0">
                <a:solidFill>
                  <a:srgbClr val="000000"/>
                </a:solidFill>
                <a:effectLst/>
                <a:latin typeface="Arial"/>
              </a:rPr>
              <a:t> </a:t>
            </a:r>
            <a:r>
              <a:rPr lang="en-GB" sz="1100" b="0" i="0" dirty="0" err="1">
                <a:solidFill>
                  <a:srgbClr val="000000"/>
                </a:solidFill>
                <a:effectLst/>
                <a:latin typeface="Arial"/>
              </a:rPr>
              <a:t>etapa</a:t>
            </a:r>
            <a:r>
              <a:rPr lang="en-GB" sz="1100" b="0" i="0" dirty="0">
                <a:solidFill>
                  <a:srgbClr val="000000"/>
                </a:solidFill>
                <a:effectLst/>
                <a:latin typeface="Arial"/>
              </a:rPr>
              <a:t>.</a:t>
            </a:r>
            <a:endParaRPr lang="en-GB" sz="1050" b="0" i="0" dirty="0">
              <a:solidFill>
                <a:srgbClr val="1F2328"/>
              </a:solidFill>
              <a:effectLst/>
              <a:latin typeface="Mona Sans VF"/>
            </a:endParaRPr>
          </a:p>
        </p:txBody>
      </p:sp>
    </p:spTree>
    <p:extLst>
      <p:ext uri="{BB962C8B-B14F-4D97-AF65-F5344CB8AC3E}">
        <p14:creationId xmlns:p14="http://schemas.microsoft.com/office/powerpoint/2010/main" val="9227202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1">
          <a:extLst>
            <a:ext uri="{FF2B5EF4-FFF2-40B4-BE49-F238E27FC236}">
              <a16:creationId xmlns:a16="http://schemas.microsoft.com/office/drawing/2014/main" id="{8F337A44-2AA2-1B03-8037-EE312A58D3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B3EF1E3-0902-A18C-36C9-5D4713E3A5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560" y="684885"/>
            <a:ext cx="6511486" cy="2358035"/>
          </a:xfrm>
          <a:prstGeom prst="rect">
            <a:avLst/>
          </a:prstGeom>
        </p:spPr>
      </p:pic>
      <p:sp>
        <p:nvSpPr>
          <p:cNvPr id="392" name="Google Shape;392;p41">
            <a:extLst>
              <a:ext uri="{FF2B5EF4-FFF2-40B4-BE49-F238E27FC236}">
                <a16:creationId xmlns:a16="http://schemas.microsoft.com/office/drawing/2014/main" id="{24DF1B7E-B5FF-5A23-E910-3100035D731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17649" y="40025"/>
            <a:ext cx="7220001" cy="533100"/>
          </a:xfrm>
          <a:prstGeom prst="rect">
            <a:avLst/>
          </a:prstGeom>
        </p:spPr>
        <p:txBody>
          <a:bodyPr spcFirstLastPara="1" wrap="square" lIns="69850" tIns="34925" rIns="69850" bIns="34925" anchor="t" anchorCtr="0">
            <a:normAutofit/>
          </a:bodyPr>
          <a:lstStyle/>
          <a:p>
            <a:pPr lvl="0"/>
            <a:r>
              <a:rPr lang="en-US" dirty="0"/>
              <a:t>O </a:t>
            </a:r>
            <a:r>
              <a:rPr lang="en-US" dirty="0" err="1"/>
              <a:t>experimento</a:t>
            </a:r>
            <a:r>
              <a:rPr lang="en-US" dirty="0"/>
              <a:t>: </a:t>
            </a:r>
            <a:r>
              <a:rPr lang="en-US" dirty="0" err="1"/>
              <a:t>TicTacToe</a:t>
            </a:r>
            <a:r>
              <a:rPr lang="en-US" dirty="0"/>
              <a:t> - </a:t>
            </a:r>
            <a:r>
              <a:rPr lang="en-US" dirty="0" err="1"/>
              <a:t>Instruções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81B60B-48E1-7FFE-F1F7-E7161A6D9F41}"/>
              </a:ext>
            </a:extLst>
          </p:cNvPr>
          <p:cNvSpPr txBox="1"/>
          <p:nvPr/>
        </p:nvSpPr>
        <p:spPr>
          <a:xfrm>
            <a:off x="4467146" y="4730703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hlinkClick r:id="rId4"/>
              </a:rPr>
              <a:t>https://github.com/IsabelaYabe/tictactoe_activity_ai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470257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1">
          <a:extLst>
            <a:ext uri="{FF2B5EF4-FFF2-40B4-BE49-F238E27FC236}">
              <a16:creationId xmlns:a16="http://schemas.microsoft.com/office/drawing/2014/main" id="{F8BC77CE-32F5-45EF-20A9-6D01573A46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41">
            <a:extLst>
              <a:ext uri="{FF2B5EF4-FFF2-40B4-BE49-F238E27FC236}">
                <a16:creationId xmlns:a16="http://schemas.microsoft.com/office/drawing/2014/main" id="{4C80EFF8-7B2A-0D41-030C-11BFA002212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17649" y="40025"/>
            <a:ext cx="7220001" cy="533100"/>
          </a:xfrm>
          <a:prstGeom prst="rect">
            <a:avLst/>
          </a:prstGeom>
        </p:spPr>
        <p:txBody>
          <a:bodyPr spcFirstLastPara="1" wrap="square" lIns="69850" tIns="34925" rIns="69850" bIns="34925" anchor="t" anchorCtr="0">
            <a:normAutofit/>
          </a:bodyPr>
          <a:lstStyle/>
          <a:p>
            <a:pPr lvl="0"/>
            <a:r>
              <a:rPr lang="en-US" dirty="0"/>
              <a:t>O </a:t>
            </a:r>
            <a:r>
              <a:rPr lang="en-US" dirty="0" err="1"/>
              <a:t>experimento</a:t>
            </a:r>
            <a:r>
              <a:rPr lang="en-US" dirty="0"/>
              <a:t>: </a:t>
            </a:r>
            <a:r>
              <a:rPr lang="en-US" dirty="0" err="1"/>
              <a:t>TicTacToe</a:t>
            </a:r>
            <a:r>
              <a:rPr lang="en-US" dirty="0"/>
              <a:t> - </a:t>
            </a:r>
            <a:r>
              <a:rPr lang="en-US" dirty="0" err="1"/>
              <a:t>Instruções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9CDC9FB-E7CF-9F76-128A-165D7C582B45}"/>
              </a:ext>
            </a:extLst>
          </p:cNvPr>
          <p:cNvSpPr txBox="1"/>
          <p:nvPr/>
        </p:nvSpPr>
        <p:spPr>
          <a:xfrm>
            <a:off x="4499804" y="4769891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hlinkClick r:id="rId3"/>
              </a:rPr>
              <a:t>https://github.com/IsabelaYabe/tictactoe_activity_ai</a:t>
            </a:r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BAFE1B9-9631-A4FF-9A70-0064D2D4ABFD}"/>
              </a:ext>
            </a:extLst>
          </p:cNvPr>
          <p:cNvSpPr txBox="1"/>
          <p:nvPr/>
        </p:nvSpPr>
        <p:spPr>
          <a:xfrm>
            <a:off x="558800" y="573125"/>
            <a:ext cx="7828280" cy="39087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l">
              <a:spcBef>
                <a:spcPts val="1800"/>
              </a:spcBef>
              <a:spcAft>
                <a:spcPts val="1200"/>
              </a:spcAft>
              <a:buNone/>
            </a:pPr>
            <a:r>
              <a:rPr lang="en-GB" sz="1200" b="1" i="0" dirty="0" err="1">
                <a:solidFill>
                  <a:srgbClr val="000000"/>
                </a:solidFill>
                <a:effectLst/>
                <a:latin typeface="Arial"/>
              </a:rPr>
              <a:t>Tarefa</a:t>
            </a:r>
            <a:r>
              <a:rPr lang="en-GB" sz="1200" b="1" i="0" dirty="0">
                <a:solidFill>
                  <a:srgbClr val="000000"/>
                </a:solidFill>
                <a:effectLst/>
                <a:latin typeface="Arial"/>
              </a:rPr>
              <a:t> 2: </a:t>
            </a:r>
            <a:r>
              <a:rPr lang="en-GB" sz="1200" b="1" i="0" dirty="0" err="1">
                <a:solidFill>
                  <a:srgbClr val="000000"/>
                </a:solidFill>
                <a:effectLst/>
                <a:latin typeface="Arial"/>
              </a:rPr>
              <a:t>Implementação</a:t>
            </a:r>
            <a:r>
              <a:rPr lang="en-GB" sz="1200" b="1" i="0" dirty="0">
                <a:solidFill>
                  <a:srgbClr val="000000"/>
                </a:solidFill>
                <a:effectLst/>
                <a:latin typeface="Arial"/>
              </a:rPr>
              <a:t> do </a:t>
            </a:r>
            <a:r>
              <a:rPr lang="en-GB" sz="1200" b="1" i="0" dirty="0" err="1">
                <a:solidFill>
                  <a:srgbClr val="000000"/>
                </a:solidFill>
                <a:effectLst/>
                <a:latin typeface="Arial"/>
              </a:rPr>
              <a:t>Placar</a:t>
            </a:r>
            <a:r>
              <a:rPr lang="en-GB" sz="1200" b="1" i="0" dirty="0">
                <a:solidFill>
                  <a:srgbClr val="000000"/>
                </a:solidFill>
                <a:effectLst/>
                <a:latin typeface="Arial"/>
              </a:rPr>
              <a:t> (Score)</a:t>
            </a:r>
          </a:p>
          <a:p>
            <a:pPr indent="0" algn="l">
              <a:spcAft>
                <a:spcPts val="1200"/>
              </a:spcAft>
              <a:buNone/>
            </a:pP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Nesta </a:t>
            </a:r>
            <a:r>
              <a:rPr lang="en-GB" sz="1200" b="0" i="0" dirty="0" err="1">
                <a:solidFill>
                  <a:srgbClr val="000000"/>
                </a:solidFill>
                <a:effectLst/>
                <a:latin typeface="Arial"/>
              </a:rPr>
              <a:t>segunda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 </a:t>
            </a:r>
            <a:r>
              <a:rPr lang="en-GB" sz="1200" b="0" i="0" dirty="0" err="1">
                <a:solidFill>
                  <a:srgbClr val="000000"/>
                </a:solidFill>
                <a:effectLst/>
                <a:latin typeface="Arial"/>
              </a:rPr>
              <a:t>missão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, </a:t>
            </a:r>
            <a:r>
              <a:rPr lang="en-GB" sz="1200" b="0" i="0" dirty="0" err="1">
                <a:solidFill>
                  <a:srgbClr val="000000"/>
                </a:solidFill>
                <a:effectLst/>
                <a:latin typeface="Arial"/>
              </a:rPr>
              <a:t>você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 </a:t>
            </a:r>
            <a:r>
              <a:rPr lang="en-GB" sz="1200" b="0" i="0" dirty="0" err="1">
                <a:solidFill>
                  <a:srgbClr val="000000"/>
                </a:solidFill>
                <a:effectLst/>
                <a:latin typeface="Arial"/>
              </a:rPr>
              <a:t>deverá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 </a:t>
            </a:r>
            <a:r>
              <a:rPr lang="en-GB" sz="1200" b="1" i="0" dirty="0" err="1">
                <a:solidFill>
                  <a:srgbClr val="000000"/>
                </a:solidFill>
                <a:effectLst/>
                <a:latin typeface="Arial"/>
              </a:rPr>
              <a:t>implementar</a:t>
            </a:r>
            <a:r>
              <a:rPr lang="en-GB" sz="1200" b="1" i="0" dirty="0">
                <a:solidFill>
                  <a:srgbClr val="000000"/>
                </a:solidFill>
                <a:effectLst/>
                <a:latin typeface="Arial"/>
              </a:rPr>
              <a:t> um </a:t>
            </a:r>
            <a:r>
              <a:rPr lang="en-GB" sz="1200" b="1" i="0" dirty="0" err="1">
                <a:solidFill>
                  <a:srgbClr val="000000"/>
                </a:solidFill>
                <a:effectLst/>
                <a:latin typeface="Arial"/>
              </a:rPr>
              <a:t>sistema</a:t>
            </a:r>
            <a:r>
              <a:rPr lang="en-GB" sz="1200" b="1" i="0" dirty="0">
                <a:solidFill>
                  <a:srgbClr val="000000"/>
                </a:solidFill>
                <a:effectLst/>
                <a:latin typeface="Arial"/>
              </a:rPr>
              <a:t> de </a:t>
            </a:r>
            <a:r>
              <a:rPr lang="en-GB" sz="1200" b="1" i="0" dirty="0" err="1">
                <a:solidFill>
                  <a:srgbClr val="000000"/>
                </a:solidFill>
                <a:effectLst/>
                <a:latin typeface="Arial"/>
              </a:rPr>
              <a:t>pontuação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, </a:t>
            </a:r>
            <a:r>
              <a:rPr lang="en-GB" sz="1200" b="0" i="0" dirty="0" err="1">
                <a:solidFill>
                  <a:srgbClr val="000000"/>
                </a:solidFill>
                <a:effectLst/>
                <a:latin typeface="Arial"/>
              </a:rPr>
              <a:t>contabilizando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 e </a:t>
            </a:r>
            <a:r>
              <a:rPr lang="en-GB" sz="1200" b="0" i="0" dirty="0" err="1">
                <a:solidFill>
                  <a:srgbClr val="000000"/>
                </a:solidFill>
                <a:effectLst/>
                <a:latin typeface="Arial"/>
              </a:rPr>
              <a:t>exibindo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 as </a:t>
            </a:r>
            <a:r>
              <a:rPr lang="en-GB" sz="1200" b="0" i="0" dirty="0" err="1">
                <a:solidFill>
                  <a:srgbClr val="000000"/>
                </a:solidFill>
                <a:effectLst/>
                <a:latin typeface="Arial"/>
              </a:rPr>
              <a:t>vitórias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 do Gato (🐱) e do </a:t>
            </a:r>
            <a:r>
              <a:rPr lang="en-GB" sz="1200" b="0" i="0" dirty="0" err="1">
                <a:solidFill>
                  <a:srgbClr val="000000"/>
                </a:solidFill>
                <a:effectLst/>
                <a:latin typeface="Arial"/>
              </a:rPr>
              <a:t>Cachorro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 (🐶).</a:t>
            </a:r>
          </a:p>
          <a:p>
            <a:pPr indent="0" algn="l">
              <a:spcAft>
                <a:spcPts val="1200"/>
              </a:spcAft>
              <a:buNone/>
            </a:pPr>
            <a:r>
              <a:rPr lang="en-GB" sz="1200" b="1" i="0" dirty="0">
                <a:solidFill>
                  <a:srgbClr val="000000"/>
                </a:solidFill>
                <a:effectLst/>
                <a:latin typeface="Arial"/>
              </a:rPr>
              <a:t>⚠️ </a:t>
            </a:r>
            <a:r>
              <a:rPr lang="en-GB" sz="1200" b="1" i="0" dirty="0" err="1">
                <a:solidFill>
                  <a:srgbClr val="000000"/>
                </a:solidFill>
                <a:effectLst/>
                <a:latin typeface="Arial"/>
              </a:rPr>
              <a:t>Regras</a:t>
            </a:r>
            <a:r>
              <a:rPr lang="en-GB" sz="1200" b="1" i="0" dirty="0">
                <a:solidFill>
                  <a:srgbClr val="000000"/>
                </a:solidFill>
                <a:effectLst/>
                <a:latin typeface="Arial"/>
              </a:rPr>
              <a:t> da </a:t>
            </a:r>
            <a:r>
              <a:rPr lang="en-GB" sz="1200" b="1" i="0" dirty="0" err="1">
                <a:solidFill>
                  <a:srgbClr val="000000"/>
                </a:solidFill>
                <a:effectLst/>
                <a:latin typeface="Arial"/>
              </a:rPr>
              <a:t>Tarefa</a:t>
            </a:r>
            <a:r>
              <a:rPr lang="en-GB" sz="1200" b="1" i="0" dirty="0">
                <a:solidFill>
                  <a:srgbClr val="000000"/>
                </a:solidFill>
                <a:effectLst/>
                <a:latin typeface="Arial"/>
              </a:rPr>
              <a:t> 2:</a:t>
            </a:r>
            <a:endParaRPr lang="en-GB" sz="1200" b="0" i="0" dirty="0">
              <a:solidFill>
                <a:srgbClr val="000000"/>
              </a:solidFill>
              <a:effectLst/>
              <a:latin typeface="Arial"/>
            </a:endParaRPr>
          </a:p>
          <a:p>
            <a:pPr marL="342900" lvl="0" indent="-34290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1200" b="1" i="0" dirty="0" err="1">
                <a:solidFill>
                  <a:srgbClr val="000000"/>
                </a:solidFill>
                <a:effectLst/>
                <a:latin typeface="Arial"/>
              </a:rPr>
              <a:t>Importante</a:t>
            </a:r>
            <a:r>
              <a:rPr lang="en-GB" sz="1200" b="1" i="0" dirty="0">
                <a:solidFill>
                  <a:srgbClr val="000000"/>
                </a:solidFill>
                <a:effectLst/>
                <a:latin typeface="Arial"/>
              </a:rPr>
              <a:t>: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 Antes de </a:t>
            </a:r>
            <a:r>
              <a:rPr lang="en-GB" sz="1200" b="0" i="0" dirty="0" err="1">
                <a:solidFill>
                  <a:srgbClr val="000000"/>
                </a:solidFill>
                <a:effectLst/>
                <a:latin typeface="Arial"/>
              </a:rPr>
              <a:t>escrever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 o </a:t>
            </a:r>
            <a:r>
              <a:rPr lang="en-GB" sz="1200" b="0" i="0" dirty="0" err="1">
                <a:solidFill>
                  <a:srgbClr val="000000"/>
                </a:solidFill>
                <a:effectLst/>
                <a:latin typeface="Arial"/>
              </a:rPr>
              <a:t>código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 </a:t>
            </a:r>
            <a:r>
              <a:rPr lang="en-GB" sz="1200" b="0" i="0" dirty="0" err="1">
                <a:solidFill>
                  <a:srgbClr val="000000"/>
                </a:solidFill>
                <a:effectLst/>
                <a:latin typeface="Arial"/>
              </a:rPr>
              <a:t>ou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 </a:t>
            </a:r>
            <a:r>
              <a:rPr lang="en-GB" sz="1200" b="0" i="0" dirty="0" err="1">
                <a:solidFill>
                  <a:srgbClr val="000000"/>
                </a:solidFill>
                <a:effectLst/>
                <a:latin typeface="Arial"/>
              </a:rPr>
              <a:t>conversar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 com o Copilot </a:t>
            </a:r>
            <a:r>
              <a:rPr lang="en-GB" sz="1200" b="0" i="0" dirty="0" err="1">
                <a:solidFill>
                  <a:srgbClr val="000000"/>
                </a:solidFill>
                <a:effectLst/>
                <a:latin typeface="Arial"/>
              </a:rPr>
              <a:t>sobre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 </a:t>
            </a:r>
            <a:r>
              <a:rPr lang="en-GB" sz="1200" b="0" i="0" dirty="0" err="1">
                <a:solidFill>
                  <a:srgbClr val="000000"/>
                </a:solidFill>
                <a:effectLst/>
                <a:latin typeface="Arial"/>
              </a:rPr>
              <a:t>essa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 </a:t>
            </a:r>
            <a:r>
              <a:rPr lang="en-GB" sz="1200" b="0" i="0" dirty="0" err="1">
                <a:solidFill>
                  <a:srgbClr val="000000"/>
                </a:solidFill>
                <a:effectLst/>
                <a:latin typeface="Arial"/>
              </a:rPr>
              <a:t>tarefa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, </a:t>
            </a:r>
            <a:r>
              <a:rPr lang="en-GB" sz="1200" b="1" i="0" dirty="0" err="1">
                <a:solidFill>
                  <a:srgbClr val="000000"/>
                </a:solidFill>
                <a:effectLst/>
                <a:latin typeface="Arial"/>
              </a:rPr>
              <a:t>desabilite</a:t>
            </a:r>
            <a:r>
              <a:rPr lang="en-GB" sz="1200" b="1" i="0" dirty="0">
                <a:solidFill>
                  <a:srgbClr val="000000"/>
                </a:solidFill>
                <a:effectLst/>
                <a:latin typeface="Arial"/>
              </a:rPr>
              <a:t> o pipeline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. Para </a:t>
            </a:r>
            <a:r>
              <a:rPr lang="en-GB" sz="1200" b="0" i="0" dirty="0" err="1">
                <a:solidFill>
                  <a:srgbClr val="000000"/>
                </a:solidFill>
                <a:effectLst/>
                <a:latin typeface="Arial"/>
              </a:rPr>
              <a:t>isso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, execute no terminal o script </a:t>
            </a:r>
            <a:r>
              <a:rPr lang="en-GB" sz="1200" b="0" i="0" dirty="0" err="1">
                <a:solidFill>
                  <a:srgbClr val="000000"/>
                </a:solidFill>
                <a:effectLst/>
                <a:latin typeface="Arial"/>
              </a:rPr>
              <a:t>adequado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 </a:t>
            </a:r>
            <a:r>
              <a:rPr lang="en-GB" sz="1200" b="0" i="0" dirty="0" err="1">
                <a:solidFill>
                  <a:srgbClr val="000000"/>
                </a:solidFill>
                <a:effectLst/>
                <a:latin typeface="Arial"/>
              </a:rPr>
              <a:t>ao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 </a:t>
            </a:r>
            <a:r>
              <a:rPr lang="en-GB" sz="1200" b="0" i="0" dirty="0" err="1">
                <a:solidFill>
                  <a:srgbClr val="000000"/>
                </a:solidFill>
                <a:effectLst/>
                <a:latin typeface="Arial"/>
              </a:rPr>
              <a:t>seu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 Sistema </a:t>
            </a:r>
            <a:r>
              <a:rPr lang="en-GB" sz="1200" b="0" i="0" dirty="0" err="1">
                <a:solidFill>
                  <a:srgbClr val="000000"/>
                </a:solidFill>
                <a:effectLst/>
                <a:latin typeface="Arial"/>
              </a:rPr>
              <a:t>Operacional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:</a:t>
            </a:r>
          </a:p>
          <a:p>
            <a:pPr marL="742950" lvl="1" indent="-28575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Linux / Mac: </a:t>
            </a:r>
          </a:p>
          <a:p>
            <a:pPr marL="742950" lvl="1" indent="-28575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Windows: </a:t>
            </a:r>
          </a:p>
          <a:p>
            <a:pPr marL="342900" lvl="0" indent="-34290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A </a:t>
            </a:r>
            <a:r>
              <a:rPr lang="en-GB" sz="1200" b="0" i="0" dirty="0" err="1">
                <a:solidFill>
                  <a:srgbClr val="000000"/>
                </a:solidFill>
                <a:effectLst/>
                <a:latin typeface="Arial"/>
              </a:rPr>
              <a:t>partir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 de agora, o </a:t>
            </a:r>
            <a:r>
              <a:rPr lang="en-GB" sz="1200" b="0" i="0" dirty="0" err="1">
                <a:solidFill>
                  <a:srgbClr val="000000"/>
                </a:solidFill>
                <a:effectLst/>
                <a:latin typeface="Arial"/>
              </a:rPr>
              <a:t>desenvolvimento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 </a:t>
            </a:r>
            <a:r>
              <a:rPr lang="en-GB" sz="1200" b="0" i="0" dirty="0" err="1">
                <a:solidFill>
                  <a:srgbClr val="000000"/>
                </a:solidFill>
                <a:effectLst/>
                <a:latin typeface="Arial"/>
              </a:rPr>
              <a:t>não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 </a:t>
            </a:r>
            <a:r>
              <a:rPr lang="en-GB" sz="1200" b="0" i="0" dirty="0" err="1">
                <a:solidFill>
                  <a:srgbClr val="000000"/>
                </a:solidFill>
                <a:effectLst/>
                <a:latin typeface="Arial"/>
              </a:rPr>
              <a:t>será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 </a:t>
            </a:r>
            <a:r>
              <a:rPr lang="en-GB" sz="1200" b="0" i="0" dirty="0" err="1">
                <a:solidFill>
                  <a:srgbClr val="000000"/>
                </a:solidFill>
                <a:effectLst/>
                <a:latin typeface="Arial"/>
              </a:rPr>
              <a:t>mais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 </a:t>
            </a:r>
            <a:r>
              <a:rPr lang="en-GB" sz="1200" b="0" i="0" dirty="0" err="1">
                <a:solidFill>
                  <a:srgbClr val="000000"/>
                </a:solidFill>
                <a:effectLst/>
                <a:latin typeface="Arial"/>
              </a:rPr>
              <a:t>monitorado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 </a:t>
            </a:r>
            <a:r>
              <a:rPr lang="en-GB" sz="1200" b="0" i="0" dirty="0" err="1">
                <a:solidFill>
                  <a:srgbClr val="000000"/>
                </a:solidFill>
                <a:effectLst/>
                <a:latin typeface="Arial"/>
              </a:rPr>
              <a:t>pelo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 pipeline </a:t>
            </a:r>
            <a:r>
              <a:rPr lang="en-GB" sz="1200" b="0" i="0" dirty="0" err="1">
                <a:solidFill>
                  <a:srgbClr val="000000"/>
                </a:solidFill>
                <a:effectLst/>
                <a:latin typeface="Arial"/>
              </a:rPr>
              <a:t>MasteryAware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. </a:t>
            </a:r>
            <a:r>
              <a:rPr lang="en-GB" sz="1200" b="0" i="0" dirty="0" err="1">
                <a:solidFill>
                  <a:srgbClr val="000000"/>
                </a:solidFill>
                <a:effectLst/>
                <a:latin typeface="Arial"/>
              </a:rPr>
              <a:t>Você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 </a:t>
            </a:r>
            <a:r>
              <a:rPr lang="en-GB" sz="1200" b="0" i="0" dirty="0" err="1">
                <a:solidFill>
                  <a:srgbClr val="000000"/>
                </a:solidFill>
                <a:effectLst/>
                <a:latin typeface="Arial"/>
              </a:rPr>
              <a:t>deve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 </a:t>
            </a:r>
            <a:r>
              <a:rPr lang="en-GB" sz="1200" b="0" i="0" dirty="0" err="1">
                <a:solidFill>
                  <a:srgbClr val="000000"/>
                </a:solidFill>
                <a:effectLst/>
                <a:latin typeface="Arial"/>
              </a:rPr>
              <a:t>desenvolver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 </a:t>
            </a:r>
            <a:r>
              <a:rPr lang="en-GB" sz="1200" b="0" i="0" dirty="0" err="1">
                <a:solidFill>
                  <a:srgbClr val="000000"/>
                </a:solidFill>
                <a:effectLst/>
                <a:latin typeface="Arial"/>
              </a:rPr>
              <a:t>toda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 a </a:t>
            </a:r>
            <a:r>
              <a:rPr lang="en-GB" sz="1200" b="0" i="0" dirty="0" err="1">
                <a:solidFill>
                  <a:srgbClr val="000000"/>
                </a:solidFill>
                <a:effectLst/>
                <a:latin typeface="Arial"/>
              </a:rPr>
              <a:t>solução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 </a:t>
            </a:r>
            <a:r>
              <a:rPr lang="en-GB" sz="1200" b="0" i="0" dirty="0" err="1">
                <a:solidFill>
                  <a:srgbClr val="000000"/>
                </a:solidFill>
                <a:effectLst/>
                <a:latin typeface="Arial"/>
              </a:rPr>
              <a:t>interagindo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 </a:t>
            </a:r>
            <a:r>
              <a:rPr lang="en-GB" sz="1200" b="0" i="0" dirty="0" err="1">
                <a:solidFill>
                  <a:srgbClr val="000000"/>
                </a:solidFill>
                <a:effectLst/>
                <a:latin typeface="Arial"/>
              </a:rPr>
              <a:t>livremente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 com o Copilot </a:t>
            </a:r>
            <a:r>
              <a:rPr lang="en-GB" sz="1200" b="0" i="0" dirty="0" err="1">
                <a:solidFill>
                  <a:srgbClr val="000000"/>
                </a:solidFill>
                <a:effectLst/>
                <a:latin typeface="Arial"/>
              </a:rPr>
              <a:t>pelo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 chat.</a:t>
            </a:r>
          </a:p>
          <a:p>
            <a:pPr marL="342900" lvl="0" indent="-34290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1200" b="0" i="0" dirty="0" err="1">
                <a:solidFill>
                  <a:srgbClr val="000000"/>
                </a:solidFill>
                <a:effectLst/>
                <a:latin typeface="Arial"/>
              </a:rPr>
              <a:t>Garanta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 </a:t>
            </a:r>
            <a:r>
              <a:rPr lang="en-GB" sz="1200" b="0" i="0" dirty="0" err="1">
                <a:solidFill>
                  <a:srgbClr val="000000"/>
                </a:solidFill>
                <a:effectLst/>
                <a:latin typeface="Arial"/>
              </a:rPr>
              <a:t>que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 a </a:t>
            </a:r>
            <a:r>
              <a:rPr lang="en-GB" sz="1200" b="0" i="0" dirty="0" err="1">
                <a:solidFill>
                  <a:srgbClr val="000000"/>
                </a:solidFill>
                <a:effectLst/>
                <a:latin typeface="Arial"/>
              </a:rPr>
              <a:t>sua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 </a:t>
            </a:r>
            <a:r>
              <a:rPr lang="en-GB" sz="1200" b="0" i="0" dirty="0" err="1">
                <a:solidFill>
                  <a:srgbClr val="000000"/>
                </a:solidFill>
                <a:effectLst/>
                <a:latin typeface="Arial"/>
              </a:rPr>
              <a:t>implementação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 </a:t>
            </a:r>
            <a:r>
              <a:rPr lang="en-GB" sz="1200" b="0" i="0" dirty="0" err="1">
                <a:solidFill>
                  <a:srgbClr val="000000"/>
                </a:solidFill>
                <a:effectLst/>
                <a:latin typeface="Arial"/>
              </a:rPr>
              <a:t>esteja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 </a:t>
            </a:r>
            <a:r>
              <a:rPr lang="en-GB" sz="1200" b="0" i="0" dirty="0" err="1">
                <a:solidFill>
                  <a:srgbClr val="000000"/>
                </a:solidFill>
                <a:effectLst/>
                <a:latin typeface="Arial"/>
              </a:rPr>
              <a:t>funcionando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 </a:t>
            </a:r>
            <a:r>
              <a:rPr lang="en-GB" sz="1200" b="0" i="0" dirty="0" err="1">
                <a:solidFill>
                  <a:srgbClr val="000000"/>
                </a:solidFill>
                <a:effectLst/>
                <a:latin typeface="Arial"/>
              </a:rPr>
              <a:t>corretamente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 </a:t>
            </a:r>
            <a:r>
              <a:rPr lang="en-GB" sz="1200" b="0" i="0" dirty="0" err="1">
                <a:solidFill>
                  <a:srgbClr val="000000"/>
                </a:solidFill>
                <a:effectLst/>
                <a:latin typeface="Arial"/>
              </a:rPr>
              <a:t>através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 de testes </a:t>
            </a:r>
            <a:r>
              <a:rPr lang="en-GB" sz="1200" b="0" i="0" dirty="0" err="1">
                <a:solidFill>
                  <a:srgbClr val="000000"/>
                </a:solidFill>
                <a:effectLst/>
                <a:latin typeface="Arial"/>
              </a:rPr>
              <a:t>manuais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 e </a:t>
            </a:r>
            <a:r>
              <a:rPr lang="en-GB" sz="1200" b="0" i="0" dirty="0" err="1">
                <a:solidFill>
                  <a:srgbClr val="000000"/>
                </a:solidFill>
                <a:effectLst/>
                <a:latin typeface="Arial"/>
              </a:rPr>
              <a:t>valide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 se </a:t>
            </a:r>
            <a:r>
              <a:rPr lang="en-GB" sz="1200" b="0" i="0" dirty="0" err="1">
                <a:solidFill>
                  <a:srgbClr val="000000"/>
                </a:solidFill>
                <a:effectLst/>
                <a:latin typeface="Arial"/>
              </a:rPr>
              <a:t>os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 testes </a:t>
            </a:r>
            <a:r>
              <a:rPr lang="en-GB" sz="1200" b="0" i="0" dirty="0" err="1">
                <a:solidFill>
                  <a:srgbClr val="000000"/>
                </a:solidFill>
                <a:effectLst/>
                <a:latin typeface="Arial"/>
              </a:rPr>
              <a:t>unitários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 do </a:t>
            </a:r>
            <a:r>
              <a:rPr lang="en-GB" sz="1200" b="0" i="0" dirty="0" err="1">
                <a:solidFill>
                  <a:srgbClr val="000000"/>
                </a:solidFill>
                <a:effectLst/>
                <a:latin typeface="Arial"/>
              </a:rPr>
              <a:t>projeto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 </a:t>
            </a:r>
            <a:r>
              <a:rPr lang="en-GB" sz="1200" b="0" i="0" dirty="0" err="1">
                <a:solidFill>
                  <a:srgbClr val="000000"/>
                </a:solidFill>
                <a:effectLst/>
                <a:latin typeface="Arial"/>
              </a:rPr>
              <a:t>continuam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 </a:t>
            </a:r>
            <a:r>
              <a:rPr lang="en-GB" sz="1200" b="0" i="0" dirty="0" err="1">
                <a:solidFill>
                  <a:srgbClr val="000000"/>
                </a:solidFill>
                <a:effectLst/>
                <a:latin typeface="Arial"/>
              </a:rPr>
              <a:t>passando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.</a:t>
            </a:r>
          </a:p>
          <a:p>
            <a:pPr marL="342900" lvl="0" indent="-34290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Assim </a:t>
            </a:r>
            <a:r>
              <a:rPr lang="en-GB" sz="1200" b="0" i="0" dirty="0" err="1">
                <a:solidFill>
                  <a:srgbClr val="000000"/>
                </a:solidFill>
                <a:effectLst/>
                <a:latin typeface="Arial"/>
              </a:rPr>
              <a:t>que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 o </a:t>
            </a:r>
            <a:r>
              <a:rPr lang="en-GB" sz="1200" b="0" i="0" dirty="0" err="1">
                <a:solidFill>
                  <a:srgbClr val="000000"/>
                </a:solidFill>
                <a:effectLst/>
                <a:latin typeface="Arial"/>
              </a:rPr>
              <a:t>placar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 </a:t>
            </a:r>
            <a:r>
              <a:rPr lang="en-GB" sz="1200" b="0" i="0" dirty="0" err="1">
                <a:solidFill>
                  <a:srgbClr val="000000"/>
                </a:solidFill>
                <a:effectLst/>
                <a:latin typeface="Arial"/>
              </a:rPr>
              <a:t>estiver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 </a:t>
            </a:r>
            <a:r>
              <a:rPr lang="en-GB" sz="1200" b="0" i="0" dirty="0" err="1">
                <a:solidFill>
                  <a:srgbClr val="000000"/>
                </a:solidFill>
                <a:effectLst/>
                <a:latin typeface="Arial"/>
              </a:rPr>
              <a:t>totalmente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 </a:t>
            </a:r>
            <a:r>
              <a:rPr lang="en-GB" sz="1200" b="0" i="0" dirty="0" err="1">
                <a:solidFill>
                  <a:srgbClr val="000000"/>
                </a:solidFill>
                <a:effectLst/>
                <a:latin typeface="Arial"/>
              </a:rPr>
              <a:t>funcional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, realize um novo commit </a:t>
            </a:r>
            <a:r>
              <a:rPr lang="en-GB" sz="1200" b="0" i="0" dirty="0" err="1">
                <a:solidFill>
                  <a:srgbClr val="000000"/>
                </a:solidFill>
                <a:effectLst/>
                <a:latin typeface="Arial"/>
              </a:rPr>
              <a:t>contendo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 as </a:t>
            </a:r>
            <a:r>
              <a:rPr lang="en-GB" sz="1200" b="0" i="0" dirty="0" err="1">
                <a:solidFill>
                  <a:srgbClr val="000000"/>
                </a:solidFill>
                <a:effectLst/>
                <a:latin typeface="Arial"/>
              </a:rPr>
              <a:t>modificações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 </a:t>
            </a:r>
            <a:r>
              <a:rPr lang="en-GB" sz="1200" b="0" i="0" dirty="0" err="1">
                <a:solidFill>
                  <a:srgbClr val="000000"/>
                </a:solidFill>
                <a:effectLst/>
                <a:latin typeface="Arial"/>
              </a:rPr>
              <a:t>referentes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 à </a:t>
            </a:r>
            <a:r>
              <a:rPr lang="en-GB" sz="1200" b="0" i="0" dirty="0" err="1">
                <a:solidFill>
                  <a:srgbClr val="000000"/>
                </a:solidFill>
                <a:effectLst/>
                <a:latin typeface="Arial"/>
              </a:rPr>
              <a:t>segunda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 </a:t>
            </a:r>
            <a:r>
              <a:rPr lang="en-GB" sz="1200" b="0" i="0" dirty="0" err="1">
                <a:solidFill>
                  <a:srgbClr val="000000"/>
                </a:solidFill>
                <a:effectLst/>
                <a:latin typeface="Arial"/>
              </a:rPr>
              <a:t>tarefa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.</a:t>
            </a:r>
            <a:endParaRPr lang="en-GB" sz="1100" b="0" i="0" dirty="0">
              <a:solidFill>
                <a:srgbClr val="1F2328"/>
              </a:solidFill>
              <a:effectLst/>
              <a:latin typeface="Mona Sans VF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D6CD466-7F44-8851-FFC5-9E34D6439687}"/>
              </a:ext>
            </a:extLst>
          </p:cNvPr>
          <p:cNvSpPr txBox="1"/>
          <p:nvPr/>
        </p:nvSpPr>
        <p:spPr>
          <a:xfrm>
            <a:off x="2259331" y="2310140"/>
            <a:ext cx="1880869" cy="26161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 latinLnBrk="0">
              <a:spcAft>
                <a:spcPts val="1200"/>
              </a:spcAft>
            </a:pPr>
            <a:r>
              <a:rPr lang="pt-BR" sz="1050" b="0" i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./pipeline.sh OFF</a:t>
            </a:r>
            <a:endParaRPr lang="pt-BR" sz="105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BBFA827-A96F-7CF7-499E-925FE051D091}"/>
              </a:ext>
            </a:extLst>
          </p:cNvPr>
          <p:cNvSpPr txBox="1"/>
          <p:nvPr/>
        </p:nvSpPr>
        <p:spPr>
          <a:xfrm>
            <a:off x="2259330" y="2645420"/>
            <a:ext cx="1880869" cy="26161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 latinLnBrk="0">
              <a:spcAft>
                <a:spcPts val="1200"/>
              </a:spcAft>
            </a:pPr>
            <a:r>
              <a:rPr lang="pt-BR" sz="1050" b="0" i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pipeline.bat OFF</a:t>
            </a:r>
            <a:endParaRPr lang="pt-BR" sz="105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20743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1">
          <a:extLst>
            <a:ext uri="{FF2B5EF4-FFF2-40B4-BE49-F238E27FC236}">
              <a16:creationId xmlns:a16="http://schemas.microsoft.com/office/drawing/2014/main" id="{BE6C724F-05F1-8ED1-3167-7D7CC41525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41">
            <a:extLst>
              <a:ext uri="{FF2B5EF4-FFF2-40B4-BE49-F238E27FC236}">
                <a16:creationId xmlns:a16="http://schemas.microsoft.com/office/drawing/2014/main" id="{832E58E2-9812-DE60-B99B-FA64A50343B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17649" y="40025"/>
            <a:ext cx="7220001" cy="533100"/>
          </a:xfrm>
          <a:prstGeom prst="rect">
            <a:avLst/>
          </a:prstGeom>
        </p:spPr>
        <p:txBody>
          <a:bodyPr spcFirstLastPara="1" wrap="square" lIns="69850" tIns="34925" rIns="69850" bIns="34925" anchor="t" anchorCtr="0">
            <a:normAutofit/>
          </a:bodyPr>
          <a:lstStyle/>
          <a:p>
            <a:pPr lvl="0"/>
            <a:r>
              <a:rPr lang="en-US" dirty="0" err="1"/>
              <a:t>Dúvidas</a:t>
            </a:r>
            <a:r>
              <a:rPr lang="en-US" dirty="0"/>
              <a:t>?</a:t>
            </a:r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E6BD2C7-5956-784E-FA48-E2632FE60FB9}"/>
              </a:ext>
            </a:extLst>
          </p:cNvPr>
          <p:cNvSpPr txBox="1"/>
          <p:nvPr/>
        </p:nvSpPr>
        <p:spPr>
          <a:xfrm>
            <a:off x="4424691" y="4769891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hlinkClick r:id="rId3"/>
              </a:rPr>
              <a:t>https://github.com/IsabelaYabe/tictactoe_activity_ai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6151875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>
          <a:extLst>
            <a:ext uri="{FF2B5EF4-FFF2-40B4-BE49-F238E27FC236}">
              <a16:creationId xmlns:a16="http://schemas.microsoft.com/office/drawing/2014/main" id="{8302CC95-D8BD-BA30-89BB-569B08A984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0">
            <a:extLst>
              <a:ext uri="{FF2B5EF4-FFF2-40B4-BE49-F238E27FC236}">
                <a16:creationId xmlns:a16="http://schemas.microsoft.com/office/drawing/2014/main" id="{F3971CDC-107A-4A9B-9BED-59D98F3E85D8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587150" y="1340625"/>
            <a:ext cx="6447300" cy="1234800"/>
          </a:xfrm>
          <a:prstGeom prst="rect">
            <a:avLst/>
          </a:prstGeom>
        </p:spPr>
        <p:txBody>
          <a:bodyPr spcFirstLastPara="1" wrap="square" lIns="69850" tIns="34925" rIns="69850" bIns="349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800" dirty="0"/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800" dirty="0"/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 err="1"/>
              <a:t>Assistentes</a:t>
            </a:r>
            <a:r>
              <a:rPr lang="en-US" sz="2800" dirty="0"/>
              <a:t> de AI </a:t>
            </a:r>
            <a:r>
              <a:rPr lang="en-US" sz="2800" dirty="0" err="1"/>
              <a:t>generativa</a:t>
            </a:r>
            <a:r>
              <a:rPr lang="en-US" sz="2800" dirty="0"/>
              <a:t> e o </a:t>
            </a:r>
            <a:r>
              <a:rPr lang="en-US" sz="2800" dirty="0" err="1"/>
              <a:t>risco</a:t>
            </a:r>
            <a:r>
              <a:rPr lang="en-US" sz="2800" dirty="0"/>
              <a:t> de </a:t>
            </a:r>
            <a:r>
              <a:rPr lang="en-US" sz="2800" dirty="0" err="1"/>
              <a:t>Dívida</a:t>
            </a:r>
            <a:r>
              <a:rPr lang="en-US" sz="2800" dirty="0"/>
              <a:t> </a:t>
            </a:r>
            <a:r>
              <a:rPr lang="en-US" sz="2800" dirty="0" err="1"/>
              <a:t>Cognitiva</a:t>
            </a:r>
            <a:r>
              <a:rPr lang="en-US" sz="2800" dirty="0"/>
              <a:t> - </a:t>
            </a:r>
            <a:r>
              <a:rPr lang="en-US" sz="2800" dirty="0" err="1"/>
              <a:t>Exercício</a:t>
            </a:r>
            <a:endParaRPr sz="2800" dirty="0"/>
          </a:p>
        </p:txBody>
      </p:sp>
      <p:sp>
        <p:nvSpPr>
          <p:cNvPr id="153" name="Google Shape;153;p20">
            <a:extLst>
              <a:ext uri="{FF2B5EF4-FFF2-40B4-BE49-F238E27FC236}">
                <a16:creationId xmlns:a16="http://schemas.microsoft.com/office/drawing/2014/main" id="{369AB968-E40A-0626-C0DA-522A27B8610F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209350" y="2616125"/>
            <a:ext cx="5825100" cy="822600"/>
          </a:xfrm>
          <a:prstGeom prst="rect">
            <a:avLst/>
          </a:prstGeom>
        </p:spPr>
        <p:txBody>
          <a:bodyPr spcFirstLastPara="1" wrap="square" lIns="69850" tIns="34925" rIns="69850" bIns="34925" anchor="t" anchorCtr="0">
            <a:normAutofit/>
          </a:bodyPr>
          <a:lstStyle/>
          <a:p>
            <a:pPr marL="0" lvl="0" indent="0" algn="r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-US"/>
              <a:t>INF1028 e INF1045</a:t>
            </a:r>
            <a:endParaRPr/>
          </a:p>
        </p:txBody>
      </p:sp>
      <p:sp>
        <p:nvSpPr>
          <p:cNvPr id="154" name="Google Shape;154;p20">
            <a:extLst>
              <a:ext uri="{FF2B5EF4-FFF2-40B4-BE49-F238E27FC236}">
                <a16:creationId xmlns:a16="http://schemas.microsoft.com/office/drawing/2014/main" id="{43F579FA-8459-69BD-D151-9390A78918AB}"/>
              </a:ext>
            </a:extLst>
          </p:cNvPr>
          <p:cNvSpPr txBox="1"/>
          <p:nvPr/>
        </p:nvSpPr>
        <p:spPr>
          <a:xfrm>
            <a:off x="2124000" y="3311075"/>
            <a:ext cx="4896000" cy="1805592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Trebuchet MS"/>
                <a:ea typeface="Trebuchet MS"/>
                <a:cs typeface="Trebuchet MS"/>
                <a:sym typeface="Trebuchet MS"/>
              </a:rPr>
              <a:t>Alessandro Garcia</a:t>
            </a: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Trebuchet MS"/>
                <a:ea typeface="Trebuchet MS"/>
                <a:cs typeface="Trebuchet MS"/>
                <a:sym typeface="Trebuchet MS"/>
              </a:rPr>
              <a:t>Isabela Yabe</a:t>
            </a: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Trebuchet MS"/>
                <a:ea typeface="Trebuchet MS"/>
                <a:cs typeface="Trebuchet MS"/>
                <a:sym typeface="Trebuchet MS"/>
              </a:rPr>
              <a:t>Vicente Neto</a:t>
            </a:r>
            <a:endParaRPr dirty="0">
              <a:latin typeface="Trebuchet MS"/>
              <a:ea typeface="Trebuchet MS"/>
              <a:cs typeface="Trebuchet MS"/>
              <a:sym typeface="Trebuchet MS"/>
            </a:endParaRPr>
          </a:p>
          <a:p>
            <a:pPr marL="0" lvl="0" indent="0" algn="r" rtl="0">
              <a:spcBef>
                <a:spcPts val="800"/>
              </a:spcBef>
              <a:spcAft>
                <a:spcPts val="0"/>
              </a:spcAft>
              <a:buNone/>
            </a:pPr>
            <a:endParaRPr sz="1200" dirty="0">
              <a:solidFill>
                <a:srgbClr val="7F7F7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lvl="0" indent="0" algn="r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 dirty="0">
              <a:solidFill>
                <a:srgbClr val="BFBFB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Trebuchet MS"/>
              <a:ea typeface="Trebuchet MS"/>
              <a:cs typeface="Trebuchet MS"/>
              <a:sym typeface="Trebuchet MS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55" name="Google Shape;155;p20">
            <a:extLst>
              <a:ext uri="{FF2B5EF4-FFF2-40B4-BE49-F238E27FC236}">
                <a16:creationId xmlns:a16="http://schemas.microsoft.com/office/drawing/2014/main" id="{7A3DCBE4-1CCE-D11D-CDEE-A6BD5280735B}"/>
              </a:ext>
            </a:extLst>
          </p:cNvPr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463482149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247</TotalTime>
  <Words>1195</Words>
  <Application>Microsoft Office PowerPoint</Application>
  <PresentationFormat>On-screen Show (16:9)</PresentationFormat>
  <Paragraphs>98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9" baseType="lpstr">
      <vt:lpstr>Consolas</vt:lpstr>
      <vt:lpstr>Trebuchet MS</vt:lpstr>
      <vt:lpstr>Arial</vt:lpstr>
      <vt:lpstr>Helvetica Neue</vt:lpstr>
      <vt:lpstr>Mona Sans VF</vt:lpstr>
      <vt:lpstr>Avenir</vt:lpstr>
      <vt:lpstr>Noto Sans Symbols</vt:lpstr>
      <vt:lpstr>Helvetica Neue Light</vt:lpstr>
      <vt:lpstr>Facet</vt:lpstr>
      <vt:lpstr>  Assistentes de AI generativa e o risco da Dívida Cognitiva - Exercício</vt:lpstr>
      <vt:lpstr>O experimento: TicTacToe - Instruções</vt:lpstr>
      <vt:lpstr>O experimento: TicTacToe - Instruções</vt:lpstr>
      <vt:lpstr>O experimento: TicTacToe - Instruções</vt:lpstr>
      <vt:lpstr>O experimento: TicTacToe - Instruções</vt:lpstr>
      <vt:lpstr>O experimento: TicTacToe - Instruções</vt:lpstr>
      <vt:lpstr>O experimento: TicTacToe - Instruções</vt:lpstr>
      <vt:lpstr>O experimento: TicTacToe - Instruções</vt:lpstr>
      <vt:lpstr>O experimento: TicTacToe</vt:lpstr>
      <vt:lpstr>O experimento: TicTacToe - Instruções</vt:lpstr>
      <vt:lpstr>O experimento: TicTacToe - Instruções</vt:lpstr>
      <vt:lpstr>O experimento: TicTacToe</vt:lpstr>
      <vt:lpstr>O experimento: TicTacToe</vt:lpstr>
      <vt:lpstr>O experimento: TicTacToe</vt:lpstr>
      <vt:lpstr>O experimento: TicTacToe - Instruções</vt:lpstr>
      <vt:lpstr>O experimento: TicTacToe - Instruções</vt:lpstr>
      <vt:lpstr>O experimento: TicTacToe - Instruções</vt:lpstr>
      <vt:lpstr>O experimento: TicTacToe - Instruções</vt:lpstr>
      <vt:lpstr>Dúvidas?</vt:lpstr>
      <vt:lpstr>  Assistentes de AI generativa e o risco de Dívida Cognitiva - Exercício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Vicente Neto</dc:creator>
  <cp:lastModifiedBy>Vicente Neto</cp:lastModifiedBy>
  <cp:revision>7</cp:revision>
  <dcterms:modified xsi:type="dcterms:W3CDTF">2026-09-02T23:38:28Z</dcterms:modified>
</cp:coreProperties>
</file>